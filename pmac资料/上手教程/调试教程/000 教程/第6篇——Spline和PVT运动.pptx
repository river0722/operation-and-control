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323" r:id="rId3"/>
    <p:sldId id="258" r:id="rId4"/>
    <p:sldId id="261" r:id="rId5"/>
    <p:sldId id="324" r:id="rId6"/>
    <p:sldId id="296" r:id="rId7"/>
    <p:sldId id="325" r:id="rId8"/>
    <p:sldId id="326" r:id="rId9"/>
    <p:sldId id="327" r:id="rId10"/>
    <p:sldId id="328" r:id="rId11"/>
    <p:sldId id="32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3480" y="5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55635-BEE9-43D9-A5D4-24AE3F21B33D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64DED-3D4B-4A19-BDBC-02E201157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05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9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28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5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7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5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7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2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6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3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ltatau-china.com/html/ydcx/index.html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ltatau-china.com/html/ydcx/index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Spline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453354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239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SPLINE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9FD8AD-ADC4-4038-9196-F9525D02A0AE}"/>
              </a:ext>
            </a:extLst>
          </p:cNvPr>
          <p:cNvGrpSpPr/>
          <p:nvPr/>
        </p:nvGrpSpPr>
        <p:grpSpPr>
          <a:xfrm>
            <a:off x="209819" y="583253"/>
            <a:ext cx="7711776" cy="4599604"/>
            <a:chOff x="340258" y="1284256"/>
            <a:chExt cx="4092196" cy="1932987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F812AF7-C8D5-4033-8F83-221EAC010590}"/>
                </a:ext>
              </a:extLst>
            </p:cNvPr>
            <p:cNvSpPr txBox="1"/>
            <p:nvPr/>
          </p:nvSpPr>
          <p:spPr>
            <a:xfrm>
              <a:off x="352823" y="1626320"/>
              <a:ext cx="4079631" cy="1590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PMAC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能够执行使样条运动。其中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SPLINE1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模式是利用了均匀非有理三次样条，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SPLINE2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模式是利用了不均匀非有理三次样条。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SPLINE1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功能：将程序置于一致三次样条运动模式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类型：运动程序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(PROG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ROT)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SPLlNE1</a:t>
              </a:r>
            </a:p>
            <a:p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SPLINE2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功能：将程序置于非一致三次样条运动模式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类型：运动程序（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PROG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SPLlNE2</a:t>
              </a:r>
            </a:p>
            <a:p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C597B7C-49DD-4DA1-86CC-2CC2516FE638}"/>
                </a:ext>
              </a:extLst>
            </p:cNvPr>
            <p:cNvCxnSpPr/>
            <p:nvPr/>
          </p:nvCxnSpPr>
          <p:spPr>
            <a:xfrm>
              <a:off x="385847" y="1561060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B8BD0CC-5C78-47BC-A0C1-730712AEA19D}"/>
                </a:ext>
              </a:extLst>
            </p:cNvPr>
            <p:cNvSpPr/>
            <p:nvPr/>
          </p:nvSpPr>
          <p:spPr>
            <a:xfrm>
              <a:off x="340258" y="1284256"/>
              <a:ext cx="98026" cy="1552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FC1CB224-3BF3-4D19-A876-87931CDFD222}"/>
              </a:ext>
            </a:extLst>
          </p:cNvPr>
          <p:cNvSpPr/>
          <p:nvPr/>
        </p:nvSpPr>
        <p:spPr>
          <a:xfrm>
            <a:off x="58609" y="5778417"/>
            <a:ext cx="67612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</a:rPr>
              <a:t>所谓样条曲线</a:t>
            </a:r>
            <a:r>
              <a:rPr lang="en-US" altLang="zh-CN" sz="1600" dirty="0">
                <a:latin typeface="arial" panose="020B0604020202020204" pitchFamily="34" charset="0"/>
              </a:rPr>
              <a:t>(Spline Curves)</a:t>
            </a:r>
            <a:r>
              <a:rPr lang="zh-CN" altLang="en-US" sz="1600" dirty="0">
                <a:latin typeface="arial" panose="020B0604020202020204" pitchFamily="34" charset="0"/>
              </a:rPr>
              <a:t>是指给定一组控制点而得到一条曲线，曲线的大致形状由这些点予以控制，一般可分为插值样条和逼近样条两种</a:t>
            </a:r>
            <a:r>
              <a:rPr lang="en-US" altLang="zh-CN" sz="1600" dirty="0">
                <a:latin typeface="arial" panose="020B0604020202020204" pitchFamily="34" charset="0"/>
              </a:rPr>
              <a:t>——</a:t>
            </a:r>
            <a:r>
              <a:rPr lang="zh-CN" altLang="en-US" sz="1600" dirty="0">
                <a:latin typeface="arial" panose="020B0604020202020204" pitchFamily="34" charset="0"/>
              </a:rPr>
              <a:t>百度百科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D55121-E53F-4BBD-B407-30DD8497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89" y="5088294"/>
            <a:ext cx="2227502" cy="165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8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4CC9BD-3598-403F-A41C-A3EE2CDAF084}"/>
              </a:ext>
            </a:extLst>
          </p:cNvPr>
          <p:cNvSpPr/>
          <p:nvPr/>
        </p:nvSpPr>
        <p:spPr>
          <a:xfrm>
            <a:off x="85911" y="1547447"/>
            <a:ext cx="84095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为每个轴指定一个 PVT 模式移动是通过语句形式{ { 轴 }{ 数据 }:{ 数据} }，其中</a:t>
            </a:r>
          </a:p>
          <a:p>
            <a:r>
              <a:rPr lang="zh-CN" altLang="en-US" dirty="0"/>
              <a:t>{ { 轴} }是一个指定轴的字母；第一个{ { 数据} }是一个值，指定终点位置或段的距离（取决于轴是处于绝对或增量模式）；第二个{ { 数据} }是一个表示结束速度的值。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如：</a:t>
            </a:r>
            <a:r>
              <a:rPr lang="en-US" altLang="zh-CN" dirty="0"/>
              <a:t>INC  //</a:t>
            </a:r>
            <a:r>
              <a:rPr lang="zh-CN" altLang="en-US" dirty="0"/>
              <a:t>增量式坐标</a:t>
            </a:r>
            <a:endParaRPr lang="en-US" altLang="zh-CN" dirty="0"/>
          </a:p>
          <a:p>
            <a:r>
              <a:rPr lang="en-US" altLang="zh-CN" dirty="0"/>
              <a:t>	PVT 200 //</a:t>
            </a:r>
            <a:r>
              <a:rPr lang="zh-CN" altLang="en-US" dirty="0"/>
              <a:t>运动时间</a:t>
            </a:r>
            <a:r>
              <a:rPr lang="en-US" altLang="zh-CN" dirty="0"/>
              <a:t>200ms</a:t>
            </a:r>
          </a:p>
          <a:p>
            <a:r>
              <a:rPr lang="en-US" altLang="zh-CN" dirty="0"/>
              <a:t>	X 10:5  //X</a:t>
            </a:r>
            <a:r>
              <a:rPr lang="zh-CN" altLang="en-US" dirty="0"/>
              <a:t>轴运动距离</a:t>
            </a:r>
            <a:r>
              <a:rPr lang="en-US" altLang="zh-CN" dirty="0"/>
              <a:t>10mm </a:t>
            </a:r>
            <a:r>
              <a:rPr lang="zh-CN" altLang="en-US" dirty="0"/>
              <a:t>结束速度为</a:t>
            </a:r>
            <a:r>
              <a:rPr lang="en-US" altLang="zh-C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SPLINE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1699446" y="824168"/>
            <a:ext cx="6283970" cy="5776330"/>
            <a:chOff x="4954157" y="912393"/>
            <a:chExt cx="5034491" cy="577633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5339923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#1-&gt;1000X ; 1000 counts is 1 user unit for X axis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#2-&gt;1000Y ; 1000 counts is 1 user unit for Y axis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I42 = 0 ; Use TM to adjust Spline move time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7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RAPID X 0 Y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快速回到原点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 ; Absolute position programming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Spline1 TM 1000 ; Set up move mode and move time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 Y 1 ; Move X to 1 user units, Y to -1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2 Y 2 ; Move X to 2 user units, Y to -2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3 Y 3 ; Move X to 3 user units, Y to -3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; Do not blend into next move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Spline2 TM 250 ; Set up move mode and move time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; Do not blend into next move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2 Y 2 ; Move X to 2 user units, Y to -2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100 ; Adjust move time on the fly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 Y 1 ; Move X to 1 user units, Y to -1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10 ; Adjust move time on the fly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0 Y 0 ; Move X to 0 user units, Y to 0 user units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例程：来源泰道中国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——SPLINE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6FD59B-7B1A-4CA9-B1D5-299389D1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87" y="1085777"/>
            <a:ext cx="6981825" cy="523875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4DE15EC-899D-48AA-879A-886FF2CE21C3}"/>
              </a:ext>
            </a:extLst>
          </p:cNvPr>
          <p:cNvCxnSpPr>
            <a:cxnSpLocks/>
          </p:cNvCxnSpPr>
          <p:nvPr/>
        </p:nvCxnSpPr>
        <p:spPr>
          <a:xfrm flipH="1">
            <a:off x="2778369" y="1395668"/>
            <a:ext cx="2136531" cy="13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BC6D3EF-9ED0-474F-B36D-FC7894CCEB3A}"/>
              </a:ext>
            </a:extLst>
          </p:cNvPr>
          <p:cNvSpPr/>
          <p:nvPr/>
        </p:nvSpPr>
        <p:spPr>
          <a:xfrm>
            <a:off x="4035669" y="824168"/>
            <a:ext cx="1758461" cy="571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速度</a:t>
            </a:r>
            <a:r>
              <a:rPr lang="en-US" altLang="zh-CN" dirty="0"/>
              <a:t>100,000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D3CC6D4-6612-438D-83ED-29C8721E683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914900" y="1395668"/>
            <a:ext cx="1186962" cy="13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56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738453"/>
              </p:ext>
            </p:extLst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dirty="0">
                          <a:hlinkClick r:id="rId2"/>
                        </a:rPr>
                        <a:t>泰道中国： </a:t>
                      </a:r>
                      <a:r>
                        <a:rPr lang="en-US" altLang="zh-CN" dirty="0">
                          <a:hlinkClick r:id="rId2"/>
                        </a:rPr>
                        <a:t>http://www.deltatau-china.com/html/ydcx/index.html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PVT</a:t>
                      </a:r>
                      <a:r>
                        <a:rPr lang="zh-CN" altLang="en-US"/>
                        <a:t>运动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TURBO PMAC(PMAC2) SRM</a:t>
                      </a:r>
                      <a:r>
                        <a:rPr lang="zh-CN" altLang="en-US" dirty="0"/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16-11 PVT </a:t>
                      </a:r>
                      <a:r>
                        <a:rPr lang="zh-CN" altLang="en-US" dirty="0"/>
                        <a:t>模式移动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PVT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9FD8AD-ADC4-4038-9196-F9525D02A0AE}"/>
              </a:ext>
            </a:extLst>
          </p:cNvPr>
          <p:cNvGrpSpPr/>
          <p:nvPr/>
        </p:nvGrpSpPr>
        <p:grpSpPr>
          <a:xfrm>
            <a:off x="314436" y="243372"/>
            <a:ext cx="7711776" cy="1644949"/>
            <a:chOff x="340258" y="1284256"/>
            <a:chExt cx="4092196" cy="69129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F812AF7-C8D5-4033-8F83-221EAC010590}"/>
                </a:ext>
              </a:extLst>
            </p:cNvPr>
            <p:cNvSpPr txBox="1"/>
            <p:nvPr/>
          </p:nvSpPr>
          <p:spPr>
            <a:xfrm>
              <a:off x="352823" y="1626320"/>
              <a:ext cx="4079631" cy="34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对于要求直接地控制轨迹图形的用户，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PMAC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提供了位置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时间（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）运动模式，在这些运动中，用户在运动时间的转换时直接指定轴的状态，这样要求上微机进行更多的运算，但是却允许对轨迹图形进行更紧凑的控制 。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C597B7C-49DD-4DA1-86CC-2CC2516FE638}"/>
                </a:ext>
              </a:extLst>
            </p:cNvPr>
            <p:cNvCxnSpPr/>
            <p:nvPr/>
          </p:nvCxnSpPr>
          <p:spPr>
            <a:xfrm>
              <a:off x="385847" y="1561060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B8BD0CC-5C78-47BC-A0C1-730712AEA19D}"/>
                </a:ext>
              </a:extLst>
            </p:cNvPr>
            <p:cNvSpPr/>
            <p:nvPr/>
          </p:nvSpPr>
          <p:spPr>
            <a:xfrm>
              <a:off x="340258" y="1284256"/>
              <a:ext cx="98026" cy="1552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1D53349E-4671-4925-B3AB-E6E65273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333" y="2050600"/>
            <a:ext cx="5617967" cy="47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3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4CC9BD-3598-403F-A41C-A3EE2CDAF084}"/>
              </a:ext>
            </a:extLst>
          </p:cNvPr>
          <p:cNvSpPr/>
          <p:nvPr/>
        </p:nvSpPr>
        <p:spPr>
          <a:xfrm>
            <a:off x="85911" y="1547447"/>
            <a:ext cx="84095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为每个轴指定一个 PVT 模式移动是通过语句形式{ { 轴 }{ 数据 }:{ 数据} }，其中</a:t>
            </a:r>
          </a:p>
          <a:p>
            <a:r>
              <a:rPr lang="zh-CN" altLang="en-US" dirty="0"/>
              <a:t>{ { 轴} }是一个指定轴的字母；第一个{ { 数据} }是一个值，指定终点位置或段的距离（取决于轴是处于绝对或增量模式）；第二个{ { 数据} }是一个表示结束速度的值。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如：</a:t>
            </a:r>
            <a:r>
              <a:rPr lang="en-US" altLang="zh-CN" dirty="0"/>
              <a:t>INC  //</a:t>
            </a:r>
            <a:r>
              <a:rPr lang="zh-CN" altLang="en-US" dirty="0"/>
              <a:t>增量式坐标</a:t>
            </a:r>
            <a:endParaRPr lang="en-US" altLang="zh-CN" dirty="0"/>
          </a:p>
          <a:p>
            <a:r>
              <a:rPr lang="en-US" altLang="zh-CN" dirty="0"/>
              <a:t>	PVT 200 //</a:t>
            </a:r>
            <a:r>
              <a:rPr lang="zh-CN" altLang="en-US" dirty="0"/>
              <a:t>运动时间</a:t>
            </a:r>
            <a:r>
              <a:rPr lang="en-US" altLang="zh-CN" dirty="0"/>
              <a:t>200ms</a:t>
            </a:r>
          </a:p>
          <a:p>
            <a:r>
              <a:rPr lang="en-US" altLang="zh-CN" dirty="0"/>
              <a:t>	X 10:5  //X</a:t>
            </a:r>
            <a:r>
              <a:rPr lang="zh-CN" altLang="en-US" dirty="0"/>
              <a:t>轴运动距离</a:t>
            </a:r>
            <a:r>
              <a:rPr lang="en-US" altLang="zh-CN" dirty="0"/>
              <a:t>10mm </a:t>
            </a:r>
            <a:r>
              <a:rPr lang="zh-CN" altLang="en-US" dirty="0"/>
              <a:t>结束速度为</a:t>
            </a:r>
            <a:r>
              <a:rPr lang="en-US" altLang="zh-C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7682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PVT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1866500" y="1515837"/>
            <a:ext cx="6283970" cy="4591391"/>
            <a:chOff x="4954157" y="912393"/>
            <a:chExt cx="5034491" cy="459139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154984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#1-&gt;100X   //X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轴放大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6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INC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增量式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PVT 200  //PVT mode with move time T=200msec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133.333:1000 //Move 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P=133.333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V=1000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PVT 100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100:1000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96.667:900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PVT 200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140:500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PVT 500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83.333:0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例程：来源泰道中国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——PVT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804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6FD59B-7B1A-4CA9-B1D5-299389D1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87" y="1085777"/>
            <a:ext cx="6981825" cy="523875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4DE15EC-899D-48AA-879A-886FF2CE21C3}"/>
              </a:ext>
            </a:extLst>
          </p:cNvPr>
          <p:cNvCxnSpPr>
            <a:cxnSpLocks/>
          </p:cNvCxnSpPr>
          <p:nvPr/>
        </p:nvCxnSpPr>
        <p:spPr>
          <a:xfrm flipH="1">
            <a:off x="2778369" y="1395668"/>
            <a:ext cx="2136531" cy="13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BC6D3EF-9ED0-474F-B36D-FC7894CCEB3A}"/>
              </a:ext>
            </a:extLst>
          </p:cNvPr>
          <p:cNvSpPr/>
          <p:nvPr/>
        </p:nvSpPr>
        <p:spPr>
          <a:xfrm>
            <a:off x="4035669" y="824168"/>
            <a:ext cx="1758461" cy="571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速度</a:t>
            </a:r>
            <a:r>
              <a:rPr lang="en-US" altLang="zh-CN" dirty="0"/>
              <a:t>100,000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D3CC6D4-6612-438D-83ED-29C8721E683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914900" y="1395668"/>
            <a:ext cx="1186962" cy="13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95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dirty="0">
                          <a:hlinkClick r:id="rId2"/>
                        </a:rPr>
                        <a:t>泰道中国： </a:t>
                      </a:r>
                      <a:r>
                        <a:rPr lang="en-US" altLang="zh-CN" dirty="0">
                          <a:hlinkClick r:id="rId2"/>
                        </a:rPr>
                        <a:t>http://www.deltatau-china.com/html/ydcx/index.html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PVT</a:t>
                      </a:r>
                      <a:r>
                        <a:rPr lang="zh-CN" altLang="en-US"/>
                        <a:t>运动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TURBO PMAC(PMAC2) SRM</a:t>
                      </a:r>
                      <a:r>
                        <a:rPr lang="zh-CN" altLang="en-US" dirty="0"/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16-11 PVT </a:t>
                      </a:r>
                      <a:r>
                        <a:rPr lang="zh-CN" altLang="en-US" dirty="0"/>
                        <a:t>模式移动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648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964</Words>
  <Application>Microsoft Office PowerPoint</Application>
  <PresentationFormat>全屏显示(4:3)</PresentationFormat>
  <Paragraphs>136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隶书</vt:lpstr>
      <vt:lpstr>微软雅黑</vt:lpstr>
      <vt:lpstr>Arial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29</cp:revision>
  <dcterms:created xsi:type="dcterms:W3CDTF">2019-07-22T07:48:05Z</dcterms:created>
  <dcterms:modified xsi:type="dcterms:W3CDTF">2019-07-22T14:38:41Z</dcterms:modified>
</cp:coreProperties>
</file>
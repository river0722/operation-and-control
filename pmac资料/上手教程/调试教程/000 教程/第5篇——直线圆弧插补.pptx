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61" r:id="rId4"/>
    <p:sldId id="318" r:id="rId5"/>
    <p:sldId id="297" r:id="rId6"/>
    <p:sldId id="298" r:id="rId7"/>
    <p:sldId id="317" r:id="rId8"/>
    <p:sldId id="319" r:id="rId9"/>
    <p:sldId id="321" r:id="rId10"/>
    <p:sldId id="322" r:id="rId11"/>
    <p:sldId id="29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3480" y="5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55635-BEE9-43D9-A5D4-24AE3F21B33D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64DED-3D4B-4A19-BDBC-02E201157F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3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07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218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524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&amp;1         /*坐标系为1*/</a:t>
            </a:r>
          </a:p>
          <a:p>
            <a:r>
              <a:rPr lang="zh-CN" altLang="en-US" dirty="0"/>
              <a:t>CLOSE /*确认所有缓冲区被关闭*/</a:t>
            </a:r>
          </a:p>
          <a:p>
            <a:r>
              <a:rPr lang="zh-CN" altLang="en-US" dirty="0"/>
              <a:t>DELETE GATHER</a:t>
            </a:r>
          </a:p>
          <a:p>
            <a:r>
              <a:rPr lang="zh-CN" altLang="en-US" dirty="0"/>
              <a:t>UNDEFINE ALL</a:t>
            </a:r>
          </a:p>
          <a:p>
            <a:r>
              <a:rPr lang="zh-CN" altLang="en-US" dirty="0"/>
              <a:t>END GAT //停止收集</a:t>
            </a:r>
          </a:p>
          <a:p>
            <a:r>
              <a:rPr lang="zh-CN" altLang="en-US" dirty="0"/>
              <a:t>DEL GAT//删除收集</a:t>
            </a:r>
          </a:p>
          <a:p>
            <a:r>
              <a:rPr lang="zh-CN" altLang="en-US" dirty="0"/>
              <a:t>i117=1 //#1 max acceleration</a:t>
            </a:r>
          </a:p>
          <a:p>
            <a:r>
              <a:rPr lang="zh-CN" altLang="en-US" dirty="0"/>
              <a:t>i116=10 //max program velocity</a:t>
            </a:r>
          </a:p>
          <a:p>
            <a:r>
              <a:rPr lang="zh-CN" altLang="en-US" dirty="0"/>
              <a:t>i217=1 // #2 max acceleration</a:t>
            </a:r>
          </a:p>
          <a:p>
            <a:r>
              <a:rPr lang="zh-CN" altLang="en-US" dirty="0"/>
              <a:t>i216=10 //max program velocity</a:t>
            </a:r>
          </a:p>
          <a:p>
            <a:r>
              <a:rPr lang="zh-CN" altLang="en-US" dirty="0"/>
              <a:t>i5113 = 10 //粗插补时间</a:t>
            </a:r>
          </a:p>
          <a:p>
            <a:r>
              <a:rPr lang="zh-CN" altLang="en-US" dirty="0"/>
              <a:t>#1-&gt;1638.4X</a:t>
            </a:r>
          </a:p>
          <a:p>
            <a:r>
              <a:rPr lang="zh-CN" altLang="en-US" dirty="0"/>
              <a:t>#2-&gt;1638.4Y</a:t>
            </a:r>
          </a:p>
          <a:p>
            <a:r>
              <a:rPr lang="zh-CN" altLang="en-US" dirty="0"/>
              <a:t>;Motion Program Text</a:t>
            </a:r>
          </a:p>
          <a:p>
            <a:r>
              <a:rPr lang="zh-CN" altLang="en-US" dirty="0"/>
              <a:t>open prog 6 clear</a:t>
            </a:r>
          </a:p>
          <a:p>
            <a:r>
              <a:rPr lang="zh-CN" altLang="en-US" dirty="0"/>
              <a:t>CMD "DEL GAT" //删除收集</a:t>
            </a:r>
          </a:p>
          <a:p>
            <a:r>
              <a:rPr lang="zh-CN" altLang="en-US" dirty="0"/>
              <a:t>CMD "DEF GAT" //定义收集缓冲区</a:t>
            </a:r>
          </a:p>
          <a:p>
            <a:r>
              <a:rPr lang="zh-CN" altLang="en-US" dirty="0"/>
              <a:t>CMD "GAT" //开始采集</a:t>
            </a:r>
          </a:p>
          <a:p>
            <a:r>
              <a:rPr lang="zh-CN" altLang="en-US" dirty="0"/>
              <a:t>normal K-1</a:t>
            </a:r>
          </a:p>
          <a:p>
            <a:r>
              <a:rPr lang="zh-CN" altLang="en-US" dirty="0"/>
              <a:t>rapid x1 y4</a:t>
            </a:r>
          </a:p>
          <a:p>
            <a:r>
              <a:rPr lang="zh-CN" altLang="en-US" dirty="0"/>
              <a:t>f 5</a:t>
            </a:r>
          </a:p>
          <a:p>
            <a:r>
              <a:rPr lang="zh-CN" altLang="en-US" dirty="0"/>
              <a:t>linear y13</a:t>
            </a:r>
          </a:p>
          <a:p>
            <a:r>
              <a:rPr lang="zh-CN" altLang="en-US" dirty="0"/>
              <a:t>circle1 x2 y14 i1 j0</a:t>
            </a:r>
          </a:p>
          <a:p>
            <a:r>
              <a:rPr lang="zh-CN" altLang="en-US" dirty="0"/>
              <a:t>linear x3</a:t>
            </a:r>
          </a:p>
          <a:p>
            <a:r>
              <a:rPr lang="zh-CN" altLang="en-US" dirty="0"/>
              <a:t>circle1 x4 y13 i0 j-1</a:t>
            </a:r>
          </a:p>
          <a:p>
            <a:r>
              <a:rPr lang="zh-CN" altLang="en-US" dirty="0"/>
              <a:t>linear y7</a:t>
            </a:r>
          </a:p>
          <a:p>
            <a:r>
              <a:rPr lang="zh-CN" altLang="en-US" dirty="0"/>
              <a:t>circle2 x7 y4 i3 j0</a:t>
            </a:r>
          </a:p>
          <a:p>
            <a:r>
              <a:rPr lang="zh-CN" altLang="en-US" dirty="0"/>
              <a:t>linear x13</a:t>
            </a:r>
          </a:p>
          <a:p>
            <a:r>
              <a:rPr lang="zh-CN" altLang="en-US" dirty="0"/>
              <a:t>circle1 x14 y3 i0 j-1</a:t>
            </a:r>
          </a:p>
          <a:p>
            <a:r>
              <a:rPr lang="zh-CN" altLang="en-US" dirty="0"/>
              <a:t>linear y2</a:t>
            </a:r>
          </a:p>
          <a:p>
            <a:r>
              <a:rPr lang="zh-CN" altLang="en-US" dirty="0"/>
              <a:t>circle1 x13 y1 i-1 j0</a:t>
            </a:r>
          </a:p>
          <a:p>
            <a:r>
              <a:rPr lang="zh-CN" altLang="en-US" dirty="0"/>
              <a:t>linear x4</a:t>
            </a:r>
          </a:p>
          <a:p>
            <a:r>
              <a:rPr lang="zh-CN" altLang="en-US" dirty="0"/>
              <a:t>circle1 x1 y4 i0 j4</a:t>
            </a:r>
          </a:p>
          <a:p>
            <a:r>
              <a:rPr lang="zh-CN" altLang="en-US" dirty="0"/>
              <a:t>dwell 100</a:t>
            </a:r>
          </a:p>
          <a:p>
            <a:r>
              <a:rPr lang="zh-CN" altLang="en-US" dirty="0"/>
              <a:t>rapid x0 y0</a:t>
            </a:r>
          </a:p>
          <a:p>
            <a:r>
              <a:rPr lang="zh-CN" altLang="en-US" dirty="0"/>
              <a:t>DWELL 0 //防止过早停止采集</a:t>
            </a:r>
          </a:p>
          <a:p>
            <a:r>
              <a:rPr lang="zh-CN" altLang="en-US" dirty="0"/>
              <a:t>CMD "END GAT" //停止收集</a:t>
            </a:r>
          </a:p>
          <a:p>
            <a:r>
              <a:rPr lang="zh-CN" altLang="en-US" dirty="0"/>
              <a:t>CLOSE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64DED-3D4B-4A19-BDBC-02E201157FD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056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05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93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28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65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27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53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67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25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6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139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10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88733-E2C5-48D4-AE86-AC649ADAA0A8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77873-58F3-4548-B168-3F7605C3E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ltatau-china.com/html/ydcx/index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直线圆弧插补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453354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规划路径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5FBB93-8F5E-41D2-BC9E-1EB5AE6D6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95"/>
          <a:stretch/>
        </p:blipFill>
        <p:spPr>
          <a:xfrm>
            <a:off x="85911" y="869768"/>
            <a:ext cx="5482265" cy="3863713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F662F07E-1BCF-46F8-BC95-FD0D1FC637EB}"/>
              </a:ext>
            </a:extLst>
          </p:cNvPr>
          <p:cNvGrpSpPr/>
          <p:nvPr/>
        </p:nvGrpSpPr>
        <p:grpSpPr>
          <a:xfrm>
            <a:off x="4978278" y="2693012"/>
            <a:ext cx="3991888" cy="3851715"/>
            <a:chOff x="4978278" y="2693012"/>
            <a:chExt cx="3991888" cy="385171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5A9CD71-A712-4A60-B47A-C8A99B1DA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8278" y="2693012"/>
              <a:ext cx="3991888" cy="3851715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27E5B325-37ED-4385-8B9D-AEEDE7AEA0BC}"/>
                </a:ext>
              </a:extLst>
            </p:cNvPr>
            <p:cNvCxnSpPr/>
            <p:nvPr/>
          </p:nvCxnSpPr>
          <p:spPr>
            <a:xfrm>
              <a:off x="6893169" y="5090746"/>
              <a:ext cx="395654" cy="246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BD02966-16D1-4E3F-A460-E8EE8ED4C4F6}"/>
                </a:ext>
              </a:extLst>
            </p:cNvPr>
            <p:cNvCxnSpPr/>
            <p:nvPr/>
          </p:nvCxnSpPr>
          <p:spPr>
            <a:xfrm flipV="1">
              <a:off x="5785338" y="3991708"/>
              <a:ext cx="131885" cy="1582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343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38861" y="1375160"/>
            <a:ext cx="8824947" cy="4760668"/>
            <a:chOff x="4954157" y="912393"/>
            <a:chExt cx="5034491" cy="476066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432426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2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ALL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 GAT//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i117=1 //#1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i217=1 // #2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i5113 = 10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粗插补时间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#1-&gt;1638.4X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#2-&gt;1638.4Y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4 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"DEL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"DEF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定义收集缓冲区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开始采集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RAPID X 0 Y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快速回到原点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直线运动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ABS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绝对位置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TM 200 //move time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( 10*sqrt(3)/2 ) Y -5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如果注释掉这条语句，那直线运动和接下来的圆弧运动便会混合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最后形成“圆角”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6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限制最大速度， 对于这程序是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6*1000 </a:t>
              </a:r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每秒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NORMAL K -1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CIRCLE1 X ( 10*sqrt(3)/2 ) Y 5 I ( -10*sqrt(3)/2 ) J 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//CIRCLE1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顺时针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X ( 10*sqrt(3)/2 ) Y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是终点坐标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 ( -10*sqrt(3)/2 ) J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是起点到圆心的向量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直线运动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ABS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TM 100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 ( 5*sqrt(3)/2 ) Y 2.5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这里没有加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，它的运动是“混合的”，速度从直线到圆弧平滑过渡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NORMAL K -1 CIRCLE1 X ( 5*sqrt(3)/2 ) Y 2.5 I -1.25 J ( 1.25*sqrt(3)/2 )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ABS TM 100 X 0 Y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为保证运动的实时性，控制卡会提前“看”几步，比如下一句没有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的话，控制器会提前看到“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gat”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有可能这时候电机还在走运动，但是已经提前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，导致没采完数据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防止过早停止采集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"END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例程：来源泰道中国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技术支持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运动程序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直线圆弧运动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890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F7FD1C3-D937-4E42-9FF7-C0560CC7E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54" y="1307122"/>
            <a:ext cx="4857750" cy="23622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9AD8F9D-8DA9-4A07-B3C8-09B1A7EC7412}"/>
              </a:ext>
            </a:extLst>
          </p:cNvPr>
          <p:cNvSpPr txBox="1"/>
          <p:nvPr/>
        </p:nvSpPr>
        <p:spPr>
          <a:xfrm>
            <a:off x="841604" y="4433508"/>
            <a:ext cx="813420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出现图示错误，一般为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Kill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电机之后，解决方式：先</a:t>
            </a:r>
            <a:r>
              <a:rPr lang="en-US" altLang="zh-CN" sz="16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Ctrl+A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，再运行程序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055B05-EEA8-4389-BD88-7AD3EB6A0447}"/>
              </a:ext>
            </a:extLst>
          </p:cNvPr>
          <p:cNvSpPr/>
          <p:nvPr/>
        </p:nvSpPr>
        <p:spPr>
          <a:xfrm>
            <a:off x="841604" y="5436578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&lt;CTRL-A&gt; –退出所有运动程序和运动</a:t>
            </a:r>
          </a:p>
          <a:p>
            <a:r>
              <a:rPr lang="zh-CN" altLang="en-US" dirty="0"/>
              <a:t>&lt;CTRL-D&gt; –让所有 PLC 和 PLCC 程序无效</a:t>
            </a:r>
          </a:p>
          <a:p>
            <a:r>
              <a:rPr lang="zh-CN" altLang="en-US" dirty="0"/>
              <a:t>&lt;CTRL-K&gt; –让所有电机的断电</a:t>
            </a:r>
          </a:p>
        </p:txBody>
      </p:sp>
    </p:spTree>
    <p:extLst>
      <p:ext uri="{BB962C8B-B14F-4D97-AF65-F5344CB8AC3E}">
        <p14:creationId xmlns:p14="http://schemas.microsoft.com/office/powerpoint/2010/main" val="2767041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BE6A1A-7774-498E-ACB6-FC955560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842" y="1614678"/>
            <a:ext cx="4836502" cy="514179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D7FF8B8-CB26-49D4-AD6E-01458367BC3C}"/>
              </a:ext>
            </a:extLst>
          </p:cNvPr>
          <p:cNvSpPr txBox="1"/>
          <p:nvPr/>
        </p:nvSpPr>
        <p:spPr>
          <a:xfrm>
            <a:off x="445950" y="846246"/>
            <a:ext cx="8134202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PLOT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数据采集软件，纵坐标选择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电机位置，横坐标选择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号电机位置。</a:t>
            </a:r>
          </a:p>
        </p:txBody>
      </p:sp>
    </p:spTree>
    <p:extLst>
      <p:ext uri="{BB962C8B-B14F-4D97-AF65-F5344CB8AC3E}">
        <p14:creationId xmlns:p14="http://schemas.microsoft.com/office/powerpoint/2010/main" val="375964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直线圆弧插补例程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6A6FE1-B38E-4BEC-90CD-8DA274387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160" y="727149"/>
            <a:ext cx="62579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3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314436" y="1230727"/>
            <a:ext cx="5196254" cy="1108495"/>
            <a:chOff x="340258" y="1284256"/>
            <a:chExt cx="4092196" cy="82043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478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分段模式下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的一般设定值为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的值越小，与真实曲线的契合度就越高，但是，运动所需计算越多，后台任务可用的就越少。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号电机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I5113=10//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2222094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坐标系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分段时间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8D0D2F-4E19-42E3-97EF-7A5DE04028B0}"/>
              </a:ext>
            </a:extLst>
          </p:cNvPr>
          <p:cNvGrpSpPr/>
          <p:nvPr/>
        </p:nvGrpSpPr>
        <p:grpSpPr>
          <a:xfrm>
            <a:off x="330391" y="2383573"/>
            <a:ext cx="5196254" cy="739163"/>
            <a:chOff x="340258" y="1284256"/>
            <a:chExt cx="4092196" cy="54708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E802499-E921-41CE-872A-8552E7511086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05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要指定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XY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平面上的圆弧，命令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NORMAL K-1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（等价于机床代码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54683FE-7D7C-4674-BB6F-3029B501239D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3585ED7-4B41-402C-83D9-22CC5D39F595}"/>
                </a:ext>
              </a:extLst>
            </p:cNvPr>
            <p:cNvSpPr/>
            <p:nvPr/>
          </p:nvSpPr>
          <p:spPr>
            <a:xfrm>
              <a:off x="340258" y="1284256"/>
              <a:ext cx="1236151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指定插补平面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E4FEF12-D624-4266-B3ED-790ED2FE6E29}"/>
              </a:ext>
            </a:extLst>
          </p:cNvPr>
          <p:cNvGrpSpPr/>
          <p:nvPr/>
        </p:nvGrpSpPr>
        <p:grpSpPr>
          <a:xfrm>
            <a:off x="330391" y="3444335"/>
            <a:ext cx="5196254" cy="923828"/>
            <a:chOff x="340258" y="1284256"/>
            <a:chExt cx="4092196" cy="683761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3AD2C32-0233-4E2A-A2F8-0D2F3A46C1D5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341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CIRCLE1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用于顺时针圆弧（等价于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）或者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CIRCLE2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用于逆时针圆弧（等价于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E8F2EB4-5431-47D3-9664-7109449DD289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F225D14-DE81-4DFC-864E-2FB2AF897947}"/>
                </a:ext>
              </a:extLst>
            </p:cNvPr>
            <p:cNvSpPr/>
            <p:nvPr/>
          </p:nvSpPr>
          <p:spPr>
            <a:xfrm>
              <a:off x="340258" y="1284256"/>
              <a:ext cx="872578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圆弧方向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5636A856-1A7C-4000-9149-D60658307963}"/>
              </a:ext>
            </a:extLst>
          </p:cNvPr>
          <p:cNvSpPr/>
          <p:nvPr/>
        </p:nvSpPr>
        <p:spPr>
          <a:xfrm>
            <a:off x="5693430" y="1692891"/>
            <a:ext cx="32219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Isx11-Isx99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：对于坐标系 1—9，s 等于 5，x 等于坐标系号；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10—16，s等于 6，x 等于坐标系号减去 10。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AC656C2-37DB-4659-929B-41A9785263F7}"/>
              </a:ext>
            </a:extLst>
          </p:cNvPr>
          <p:cNvSpPr/>
          <p:nvPr/>
        </p:nvSpPr>
        <p:spPr>
          <a:xfrm>
            <a:off x="346346" y="498094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语法：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 __Y __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是终点坐标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I __ J __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圆心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的向量</a:t>
            </a:r>
          </a:p>
        </p:txBody>
      </p:sp>
    </p:spTree>
    <p:extLst>
      <p:ext uri="{BB962C8B-B14F-4D97-AF65-F5344CB8AC3E}">
        <p14:creationId xmlns:p14="http://schemas.microsoft.com/office/powerpoint/2010/main" val="377753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中级培训手册参考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ED4C50-846B-4112-A1DB-B15067E11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42" y="1200214"/>
            <a:ext cx="7411915" cy="537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修改中级培训手册例程运行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21CF32-E295-4724-B329-391F656A1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04" y="1489531"/>
            <a:ext cx="7352648" cy="508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作业：修改中级培训手册例程运行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34B9AC7-2A90-4747-8BF1-0221398FEE63}"/>
              </a:ext>
            </a:extLst>
          </p:cNvPr>
          <p:cNvGrpSpPr/>
          <p:nvPr/>
        </p:nvGrpSpPr>
        <p:grpSpPr>
          <a:xfrm>
            <a:off x="426407" y="1419122"/>
            <a:ext cx="4033139" cy="4760668"/>
            <a:chOff x="4954157" y="912393"/>
            <a:chExt cx="5034491" cy="4760668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E80E745-35C5-4ABC-BF84-6E271D6BF66F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432426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1" rtlCol="0">
              <a:spAutoFit/>
            </a:bodyPr>
            <a:lstStyle/>
            <a:p>
              <a:r>
                <a:rPr lang="zh-CN" altLang="en-US" sz="1100" dirty="0"/>
                <a:t>;Setup and definitions</a:t>
              </a:r>
            </a:p>
            <a:p>
              <a:r>
                <a:rPr lang="zh-CN" altLang="en-US" sz="1100" dirty="0"/>
                <a:t>&amp;1</a:t>
              </a:r>
            </a:p>
            <a:p>
              <a:r>
                <a:rPr lang="zh-CN" altLang="en-US" sz="1100" dirty="0"/>
                <a:t>#3-&gt;10000x</a:t>
              </a:r>
            </a:p>
            <a:p>
              <a:r>
                <a:rPr lang="zh-CN" altLang="en-US" sz="1100" dirty="0"/>
                <a:t>#4-&gt;10000y</a:t>
              </a:r>
            </a:p>
            <a:p>
              <a:r>
                <a:rPr lang="zh-CN" altLang="en-US" sz="1100" dirty="0"/>
                <a:t>i13=10</a:t>
              </a:r>
            </a:p>
            <a:p>
              <a:r>
                <a:rPr lang="zh-CN" altLang="en-US" sz="1100" dirty="0"/>
                <a:t>;Motion Program Text</a:t>
              </a:r>
            </a:p>
            <a:p>
              <a:r>
                <a:rPr lang="zh-CN" altLang="en-US" sz="1100" dirty="0"/>
                <a:t>open prog4 clear</a:t>
              </a:r>
            </a:p>
            <a:p>
              <a:r>
                <a:rPr lang="zh-CN" altLang="en-US" sz="1100" dirty="0"/>
                <a:t>normal K-1</a:t>
              </a:r>
            </a:p>
            <a:p>
              <a:r>
                <a:rPr lang="zh-CN" altLang="en-US" sz="1100" dirty="0"/>
                <a:t>rapid x1 y4</a:t>
              </a:r>
            </a:p>
            <a:p>
              <a:r>
                <a:rPr lang="zh-CN" altLang="en-US" sz="1100" dirty="0"/>
                <a:t>f5</a:t>
              </a:r>
            </a:p>
            <a:p>
              <a:r>
                <a:rPr lang="zh-CN" altLang="en-US" sz="1100" dirty="0"/>
                <a:t>linear y13</a:t>
              </a:r>
            </a:p>
            <a:p>
              <a:r>
                <a:rPr lang="zh-CN" altLang="en-US" sz="1100" dirty="0"/>
                <a:t>circle1 x2 y14 i1 j0</a:t>
              </a:r>
            </a:p>
            <a:p>
              <a:r>
                <a:rPr lang="zh-CN" altLang="en-US" sz="1100" dirty="0"/>
                <a:t>linear x3</a:t>
              </a:r>
            </a:p>
            <a:p>
              <a:r>
                <a:rPr lang="zh-CN" altLang="en-US" sz="1100" dirty="0"/>
                <a:t>circle1 x4 y13 i0 j-1</a:t>
              </a:r>
            </a:p>
            <a:p>
              <a:r>
                <a:rPr lang="zh-CN" altLang="en-US" sz="1100" dirty="0"/>
                <a:t>linear y7</a:t>
              </a:r>
            </a:p>
            <a:p>
              <a:r>
                <a:rPr lang="zh-CN" altLang="en-US" sz="1100" dirty="0"/>
                <a:t>circle2 x7 y4 i3 j0</a:t>
              </a:r>
            </a:p>
            <a:p>
              <a:r>
                <a:rPr lang="zh-CN" altLang="en-US" sz="1100" dirty="0"/>
                <a:t>linear x13</a:t>
              </a:r>
            </a:p>
            <a:p>
              <a:r>
                <a:rPr lang="zh-CN" altLang="en-US" sz="1100" dirty="0"/>
                <a:t>circle1 x14 y3 i0 j-1</a:t>
              </a:r>
            </a:p>
            <a:p>
              <a:r>
                <a:rPr lang="zh-CN" altLang="en-US" sz="1100" dirty="0"/>
                <a:t>linear y2</a:t>
              </a:r>
            </a:p>
            <a:p>
              <a:r>
                <a:rPr lang="zh-CN" altLang="en-US" sz="1100" dirty="0"/>
                <a:t>circle1 x13 y1 i-1 j0</a:t>
              </a:r>
            </a:p>
            <a:p>
              <a:r>
                <a:rPr lang="zh-CN" altLang="en-US" sz="1100" dirty="0"/>
                <a:t>linear x4</a:t>
              </a:r>
            </a:p>
            <a:p>
              <a:r>
                <a:rPr lang="zh-CN" altLang="en-US" sz="1100" dirty="0"/>
                <a:t>circle1 x1 y4 i0 j4</a:t>
              </a:r>
            </a:p>
            <a:p>
              <a:r>
                <a:rPr lang="zh-CN" altLang="en-US" sz="1100" dirty="0"/>
                <a:t>dwell100</a:t>
              </a:r>
            </a:p>
            <a:p>
              <a:r>
                <a:rPr lang="zh-CN" altLang="en-US" sz="1100" dirty="0"/>
                <a:t>rapid x0 y0</a:t>
              </a:r>
            </a:p>
            <a:p>
              <a:r>
                <a:rPr lang="zh-CN" altLang="en-US" sz="1100" dirty="0"/>
                <a:t>close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EDF83A4-5441-4F55-8F47-83139FD405F1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08DFD87-011A-4FB0-9667-7B2D3FF69FF6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61B2E6E2-FAEB-4407-A731-16C4B79DD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506" y="1855529"/>
            <a:ext cx="4822707" cy="360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52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027386"/>
              </p:ext>
            </p:extLst>
          </p:nvPr>
        </p:nvGraphicFramePr>
        <p:xfrm>
          <a:off x="441630" y="1580876"/>
          <a:ext cx="8392161" cy="145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3083890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134587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PDF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zh-CN" altLang="en-US" dirty="0">
                          <a:hlinkClick r:id="rId2"/>
                        </a:rPr>
                        <a:t>泰道中国： </a:t>
                      </a:r>
                      <a:r>
                        <a:rPr lang="en-US" altLang="zh-CN" dirty="0">
                          <a:hlinkClick r:id="rId2"/>
                        </a:rPr>
                        <a:t>http://www.deltatau-china.com/html/ydcx/index.html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直线圆弧插补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dirty="0"/>
                        <a:t>PMAC </a:t>
                      </a:r>
                      <a:r>
                        <a:rPr lang="zh-CN" altLang="en-US" dirty="0"/>
                        <a:t>技术培训（中级）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圆弧插补 例程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4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1147</Words>
  <Application>Microsoft Office PowerPoint</Application>
  <PresentationFormat>全屏显示(4:3)</PresentationFormat>
  <Paragraphs>171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隶书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Shaosen Wu</dc:creator>
  <cp:lastModifiedBy>Shaosen Wu</cp:lastModifiedBy>
  <cp:revision>15</cp:revision>
  <dcterms:created xsi:type="dcterms:W3CDTF">2019-07-22T07:48:05Z</dcterms:created>
  <dcterms:modified xsi:type="dcterms:W3CDTF">2019-07-22T13:05:02Z</dcterms:modified>
</cp:coreProperties>
</file>
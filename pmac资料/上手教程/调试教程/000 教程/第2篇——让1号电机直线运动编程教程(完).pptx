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8" r:id="rId6"/>
    <p:sldId id="296" r:id="rId7"/>
    <p:sldId id="270" r:id="rId8"/>
    <p:sldId id="271" r:id="rId9"/>
    <p:sldId id="272" r:id="rId10"/>
    <p:sldId id="314" r:id="rId11"/>
    <p:sldId id="315" r:id="rId12"/>
    <p:sldId id="273" r:id="rId13"/>
    <p:sldId id="294" r:id="rId14"/>
    <p:sldId id="295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88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0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7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1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9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65BF-9101-4349-AFAE-A0D0DEF6FBAF}" type="datetimeFigureOut">
              <a:rPr lang="zh-CN" altLang="en-US" smtClean="0"/>
              <a:t>2019/9/16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9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416076"/>
            <a:chOff x="3453354" y="2860256"/>
            <a:chExt cx="6033722" cy="1416076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 PMAC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让电机直线运动编程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新建程序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86706" y="1387608"/>
            <a:ext cx="8134202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，新建程序。程序文件后缀名为</a:t>
            </a:r>
            <a:r>
              <a:rPr lang="en-US" altLang="zh-CN" sz="2000" b="1" dirty="0"/>
              <a:t>.</a:t>
            </a:r>
            <a:r>
              <a:rPr lang="en-US" altLang="zh-CN" sz="2000" b="1" dirty="0" err="1"/>
              <a:t>pmc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2845A12-50FF-412C-AC31-4FBEA0B280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362" b="6275"/>
          <a:stretch/>
        </p:blipFill>
        <p:spPr>
          <a:xfrm>
            <a:off x="1440618" y="2215662"/>
            <a:ext cx="6018167" cy="403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8464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A712CC-FEC9-4B09-BCAE-060F160743CC}"/>
              </a:ext>
            </a:extLst>
          </p:cNvPr>
          <p:cNvSpPr txBox="1"/>
          <p:nvPr/>
        </p:nvSpPr>
        <p:spPr>
          <a:xfrm>
            <a:off x="383333" y="1437760"/>
            <a:ext cx="829330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调用程序指令：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解释为打开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指向程序缓冲区的编号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为运行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03FA101-46A3-4566-AC70-AF8DFD12D3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664"/>
          <a:stretch/>
        </p:blipFill>
        <p:spPr>
          <a:xfrm>
            <a:off x="1815568" y="2802362"/>
            <a:ext cx="7328432" cy="372575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454B976-21D3-4AFB-8382-7030227EEE28}"/>
              </a:ext>
            </a:extLst>
          </p:cNvPr>
          <p:cNvSpPr/>
          <p:nvPr/>
        </p:nvSpPr>
        <p:spPr>
          <a:xfrm>
            <a:off x="529701" y="2680082"/>
            <a:ext cx="3746254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2"/>
                </a:solidFill>
              </a:rPr>
              <a:t>&amp;1          ;坐标系为1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CLOSE  </a:t>
            </a:r>
            <a:r>
              <a:rPr lang="en-US" altLang="zh-CN" sz="1400" dirty="0">
                <a:solidFill>
                  <a:schemeClr val="accent2"/>
                </a:solidFill>
              </a:rPr>
              <a:t>//</a:t>
            </a:r>
            <a:r>
              <a:rPr lang="zh-CN" altLang="en-US" sz="1400" dirty="0">
                <a:solidFill>
                  <a:schemeClr val="accent2"/>
                </a:solidFill>
              </a:rPr>
              <a:t>确认所有缓冲区被关闭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r>
              <a:rPr lang="en-US" altLang="zh-CN" sz="1400" dirty="0">
                <a:solidFill>
                  <a:schemeClr val="accent2"/>
                </a:solidFill>
              </a:rPr>
              <a:t>DELETE GATHER</a:t>
            </a:r>
          </a:p>
          <a:p>
            <a:r>
              <a:rPr lang="en-US" altLang="zh-CN" sz="1400" dirty="0">
                <a:solidFill>
                  <a:schemeClr val="accent2"/>
                </a:solidFill>
              </a:rPr>
              <a:t>OPEN PROG 1</a:t>
            </a:r>
          </a:p>
          <a:p>
            <a:r>
              <a:rPr lang="en-US" altLang="zh-CN" sz="1400" dirty="0">
                <a:solidFill>
                  <a:schemeClr val="accent2"/>
                </a:solidFill>
              </a:rPr>
              <a:t>CLEAR</a:t>
            </a:r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/*参数设置段*/</a:t>
            </a: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/*参数设置段结束*/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OPEN PROG </a:t>
            </a:r>
            <a:r>
              <a:rPr lang="en-US" altLang="zh-CN" sz="1400" dirty="0">
                <a:solidFill>
                  <a:schemeClr val="accent2"/>
                </a:solidFill>
              </a:rPr>
              <a:t>1</a:t>
            </a:r>
            <a:r>
              <a:rPr lang="zh-CN" altLang="en-US" sz="1400" dirty="0">
                <a:solidFill>
                  <a:schemeClr val="accent2"/>
                </a:solidFill>
              </a:rPr>
              <a:t>  ;程序号为</a:t>
            </a:r>
            <a:r>
              <a:rPr lang="en-US" altLang="zh-CN" sz="1400" dirty="0">
                <a:solidFill>
                  <a:schemeClr val="accent2"/>
                </a:solidFill>
              </a:rPr>
              <a:t>1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CLEAR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/*************程序主体开始************/</a:t>
            </a: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endParaRPr lang="zh-CN" altLang="en-US" sz="1400" dirty="0">
              <a:solidFill>
                <a:schemeClr val="accent2"/>
              </a:solidFill>
            </a:endParaRPr>
          </a:p>
          <a:p>
            <a:r>
              <a:rPr lang="zh-CN" altLang="en-US" sz="1400" dirty="0">
                <a:solidFill>
                  <a:schemeClr val="accent2"/>
                </a:solidFill>
              </a:rPr>
              <a:t>/*************程序主体结束************/</a:t>
            </a:r>
          </a:p>
          <a:p>
            <a:r>
              <a:rPr lang="zh-CN" altLang="en-US" sz="1400" dirty="0">
                <a:solidFill>
                  <a:schemeClr val="accent2"/>
                </a:solidFill>
              </a:rPr>
              <a:t>CLOSE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FB4AB3-EB40-43C5-8D2C-EB8251AB5BD3}"/>
              </a:ext>
            </a:extLst>
          </p:cNvPr>
          <p:cNvCxnSpPr/>
          <p:nvPr/>
        </p:nvCxnSpPr>
        <p:spPr>
          <a:xfrm>
            <a:off x="628547" y="1805437"/>
            <a:ext cx="142240" cy="92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ED8A15A-69E2-43F7-AE18-0CB54F9AD12E}"/>
              </a:ext>
            </a:extLst>
          </p:cNvPr>
          <p:cNvCxnSpPr/>
          <p:nvPr/>
        </p:nvCxnSpPr>
        <p:spPr>
          <a:xfrm>
            <a:off x="1016001" y="1855951"/>
            <a:ext cx="548640" cy="3041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87C7AE-3F0F-433E-B4DB-EEC38B5182A3}"/>
              </a:ext>
            </a:extLst>
          </p:cNvPr>
          <p:cNvSpPr/>
          <p:nvPr/>
        </p:nvSpPr>
        <p:spPr>
          <a:xfrm>
            <a:off x="2850508" y="2365629"/>
            <a:ext cx="1352900" cy="43673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程序结构</a:t>
            </a:r>
          </a:p>
        </p:txBody>
      </p:sp>
    </p:spTree>
    <p:extLst>
      <p:ext uri="{BB962C8B-B14F-4D97-AF65-F5344CB8AC3E}">
        <p14:creationId xmlns:p14="http://schemas.microsoft.com/office/powerpoint/2010/main" val="161751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F00E79-D417-41C4-921A-A115EDCFC52F}"/>
              </a:ext>
            </a:extLst>
          </p:cNvPr>
          <p:cNvSpPr/>
          <p:nvPr/>
        </p:nvSpPr>
        <p:spPr>
          <a:xfrm>
            <a:off x="323244" y="6419779"/>
            <a:ext cx="8628934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注意：点击下载按钮，是把参数设置段内容拷入缓存区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输入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才运行程序主体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935015" y="662984"/>
            <a:ext cx="5034491" cy="3745005"/>
            <a:chOff x="4954157" y="912393"/>
            <a:chExt cx="5034491" cy="37450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30859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清除收集的数据，如果有，清内存*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 ALL/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*去除所有轴定义*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 	;/*#1638.4=16384/10,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丝杆导程为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10mm)*/	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#1j/;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参数设置段结束*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1  ;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程序号为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程序主体开始************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INC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增量运动模式*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10     /*X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正方向前进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1000   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*延时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1000ms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25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速度加快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-10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程序主体结束************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A13B30E-A886-4735-8A4B-5C6A2635A11E}"/>
              </a:ext>
            </a:extLst>
          </p:cNvPr>
          <p:cNvGrpSpPr/>
          <p:nvPr/>
        </p:nvGrpSpPr>
        <p:grpSpPr>
          <a:xfrm>
            <a:off x="340258" y="1284256"/>
            <a:ext cx="4120198" cy="1499004"/>
            <a:chOff x="340258" y="1284256"/>
            <a:chExt cx="4120198" cy="149900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A712CC-FEC9-4B09-BCAE-060F160743CC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号工作台向正方向运动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，负方向运动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，运行前确认行程是否会碰撞。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143C29C-66AD-4C40-B2C1-8C1A320A5B64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8D2E27-82B9-4841-9988-842D63688BE8}"/>
                </a:ext>
              </a:extLst>
            </p:cNvPr>
            <p:cNvSpPr/>
            <p:nvPr/>
          </p:nvSpPr>
          <p:spPr>
            <a:xfrm>
              <a:off x="340258" y="128425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例程目的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80825" y="3025784"/>
            <a:ext cx="3713201" cy="1630301"/>
            <a:chOff x="380825" y="3340306"/>
            <a:chExt cx="3713201" cy="163030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B1 R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即可运行程序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046B0C0B-DB45-4DE2-BF8B-39CD2B9AD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098"/>
          <a:stretch/>
        </p:blipFill>
        <p:spPr>
          <a:xfrm>
            <a:off x="253608" y="4859096"/>
            <a:ext cx="4288157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34836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排错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1DD99EE-F30E-4333-BBF4-574A6F088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0" y="1536844"/>
            <a:ext cx="6783265" cy="21681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BFD06B5-F4AB-410A-97BA-2BF42A19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80" y="4078971"/>
            <a:ext cx="5490431" cy="8768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4F9E42C-0368-4F82-B334-F5A7273BEACD}"/>
              </a:ext>
            </a:extLst>
          </p:cNvPr>
          <p:cNvSpPr/>
          <p:nvPr/>
        </p:nvSpPr>
        <p:spPr>
          <a:xfrm>
            <a:off x="707780" y="5486373"/>
            <a:ext cx="47082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/ ;重新建立闭环控制</a:t>
            </a:r>
          </a:p>
        </p:txBody>
      </p:sp>
    </p:spTree>
    <p:extLst>
      <p:ext uri="{BB962C8B-B14F-4D97-AF65-F5344CB8AC3E}">
        <p14:creationId xmlns:p14="http://schemas.microsoft.com/office/powerpoint/2010/main" val="15761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86706" y="1387608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F856FD-6A08-45F7-BBB5-976D8252C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8" y="2005962"/>
            <a:ext cx="7927861" cy="432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6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 方法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85911" y="2481240"/>
            <a:ext cx="8134202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下载上述例程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先点击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Buffer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然后输入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 &amp;1 B1 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会自动开始收集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收集完毕后点击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</a:p>
          <a:p>
            <a:pPr>
              <a:lnSpc>
                <a:spcPct val="150000"/>
              </a:lnSpc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4E8E8CC-43DE-4749-9EBB-05AC0767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876" y="1620455"/>
            <a:ext cx="4728213" cy="433802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96F1589-54A3-4296-9619-FF3CD8E81646}"/>
              </a:ext>
            </a:extLst>
          </p:cNvPr>
          <p:cNvSpPr/>
          <p:nvPr/>
        </p:nvSpPr>
        <p:spPr>
          <a:xfrm>
            <a:off x="172299" y="6240779"/>
            <a:ext cx="888579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注意：也可点击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Begin Gathering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，从点击时刻开始收集数据，运行程序后，再点击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Gathering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停止收集。同样需要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2297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564776" y="1085777"/>
            <a:ext cx="8014447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选择需要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的数据，分别选择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 Pos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to Left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最后点击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 Data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DBAE1B-7C5D-496A-9BB2-A9B753ADA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38" y="2243411"/>
            <a:ext cx="4837165" cy="45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3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CAC881E6-8A4B-43EF-9B94-AD7574AE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5106"/>
            <a:ext cx="6934200" cy="51435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E439D-A152-4001-A041-8ABCFFD74196}"/>
              </a:ext>
            </a:extLst>
          </p:cNvPr>
          <p:cNvSpPr txBox="1"/>
          <p:nvPr/>
        </p:nvSpPr>
        <p:spPr>
          <a:xfrm>
            <a:off x="-29901" y="2446824"/>
            <a:ext cx="2129742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得到图像，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指令脉冲和实际位置图像重合，验证程序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D130E8-CCF3-437E-92A3-B72A7D5A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816" y="-96007"/>
            <a:ext cx="3743325" cy="2428875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704E1999-9C27-41AE-8039-A3D77FCF950F}"/>
              </a:ext>
            </a:extLst>
          </p:cNvPr>
          <p:cNvSpPr/>
          <p:nvPr/>
        </p:nvSpPr>
        <p:spPr>
          <a:xfrm>
            <a:off x="3598762" y="2803192"/>
            <a:ext cx="983848" cy="7979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66924F2-414D-46B0-93C8-C480759E5178}"/>
              </a:ext>
            </a:extLst>
          </p:cNvPr>
          <p:cNvCxnSpPr/>
          <p:nvPr/>
        </p:nvCxnSpPr>
        <p:spPr>
          <a:xfrm flipV="1">
            <a:off x="4119623" y="2050085"/>
            <a:ext cx="219919" cy="97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638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 方法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6A63E8-E1E3-49EB-970F-76E5145606CC}"/>
              </a:ext>
            </a:extLst>
          </p:cNvPr>
          <p:cNvSpPr txBox="1"/>
          <p:nvPr/>
        </p:nvSpPr>
        <p:spPr>
          <a:xfrm>
            <a:off x="314436" y="1209060"/>
            <a:ext cx="6849316" cy="3372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可用在线指令采集数据：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 (DEF GAT)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准备采集数据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GATHER  (GAT)          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开始采集过程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 (ENDG)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的采集结束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在运动程序或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采集指令可如下使用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“DEFINE GATHER”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CMD”DEF GAT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“GATHER”       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CMD”GAT”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“END GATHER”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CMD”ENDG”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7C5F79C-97C3-472B-8397-87BCFF5CC76C}"/>
              </a:ext>
            </a:extLst>
          </p:cNvPr>
          <p:cNvGrpSpPr/>
          <p:nvPr/>
        </p:nvGrpSpPr>
        <p:grpSpPr>
          <a:xfrm>
            <a:off x="314436" y="4522794"/>
            <a:ext cx="3749676" cy="2047366"/>
            <a:chOff x="387748" y="2979197"/>
            <a:chExt cx="3749676" cy="204736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CDC38F8-D3B1-4D98-A194-F14332D9E963}"/>
                </a:ext>
              </a:extLst>
            </p:cNvPr>
            <p:cNvSpPr txBox="1"/>
            <p:nvPr/>
          </p:nvSpPr>
          <p:spPr>
            <a:xfrm>
              <a:off x="387748" y="3356490"/>
              <a:ext cx="3652731" cy="16700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DEF GAT 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定义采集缓冲区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GAT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B3 R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运行程序，开始收集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程序收集完成后，打开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Plot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作图如下页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180A7F1-7C0D-4773-A270-C2959509AFAD}"/>
                </a:ext>
              </a:extLst>
            </p:cNvPr>
            <p:cNvSpPr/>
            <p:nvPr/>
          </p:nvSpPr>
          <p:spPr>
            <a:xfrm>
              <a:off x="3312211" y="2979197"/>
              <a:ext cx="825213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02BE00C-3EED-4B80-9932-8CDFB3409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40" y="1243426"/>
            <a:ext cx="3198346" cy="296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2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运行一个简单例程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F00E79-D417-41C4-921A-A115EDCFC52F}"/>
              </a:ext>
            </a:extLst>
          </p:cNvPr>
          <p:cNvSpPr/>
          <p:nvPr/>
        </p:nvSpPr>
        <p:spPr>
          <a:xfrm>
            <a:off x="323244" y="6419779"/>
            <a:ext cx="8628934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注意：点击下载按钮，是把参数设置段内容拷入缓存区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输入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&amp;1 B1 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才运行程序主体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935015" y="662984"/>
            <a:ext cx="5034491" cy="3914282"/>
            <a:chOff x="4954157" y="912393"/>
            <a:chExt cx="5034491" cy="391428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47787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清除收集的数据，如果有，清内存*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 ALL/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*去除所有轴定义*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 	;/*#1638.4=16384/10,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丝杆导程为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10mm)*/	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#1j/;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参数设置段结束*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1  ;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程序号为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程序主体开始************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INC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增量运动模式*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10     /*X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正方向前进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10mm*/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1000   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*延时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1000ms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25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速度加快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-10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 "END GATHER"  //COMMAND "ENDG"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/*************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程序主体结束************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A13B30E-A886-4735-8A4B-5C6A2635A11E}"/>
              </a:ext>
            </a:extLst>
          </p:cNvPr>
          <p:cNvGrpSpPr/>
          <p:nvPr/>
        </p:nvGrpSpPr>
        <p:grpSpPr>
          <a:xfrm>
            <a:off x="340258" y="1284256"/>
            <a:ext cx="4120198" cy="1499004"/>
            <a:chOff x="340258" y="1284256"/>
            <a:chExt cx="4120198" cy="149900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A712CC-FEC9-4B09-BCAE-060F160743CC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号工作台向正方向运动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1s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后，速度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，负方向运动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，运行前确认行程是否会碰撞。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143C29C-66AD-4C40-B2C1-8C1A320A5B64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8D2E27-82B9-4841-9988-842D63688BE8}"/>
                </a:ext>
              </a:extLst>
            </p:cNvPr>
            <p:cNvSpPr/>
            <p:nvPr/>
          </p:nvSpPr>
          <p:spPr>
            <a:xfrm>
              <a:off x="340258" y="128425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例程目的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80825" y="3025784"/>
            <a:ext cx="3713201" cy="1630301"/>
            <a:chOff x="380825" y="3340306"/>
            <a:chExt cx="3713201" cy="163030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B1 R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即可运行程序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046B0C0B-DB45-4DE2-BF8B-39CD2B9AD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098"/>
          <a:stretch/>
        </p:blipFill>
        <p:spPr>
          <a:xfrm>
            <a:off x="253608" y="4859096"/>
            <a:ext cx="4288157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180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JOG/HOME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速度曲线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85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JOG/HOME 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速度曲线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13966" y="2444674"/>
            <a:ext cx="5196254" cy="1631715"/>
            <a:chOff x="340258" y="1284256"/>
            <a:chExt cx="4092196" cy="1207694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86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Ixx19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最大的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加速度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^2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回零加速时间        单位：毫秒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Ixx21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曲线时间    单位：毫米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Ixx22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手动速度                      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Ixx23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回零速度和方向              单位：计数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727183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2FC993A-D4BF-4CA8-9756-5687BC339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22" y="931658"/>
            <a:ext cx="3847035" cy="22240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16A313-2017-46F0-8AD5-46528021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220" y="3362925"/>
            <a:ext cx="3933780" cy="21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3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226149-39B4-4FEE-BC6E-0C9D66D4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956" y="1421926"/>
            <a:ext cx="3113841" cy="170137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64A5252-3126-4C06-822E-15D43F9F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449" y="3478171"/>
            <a:ext cx="4494853" cy="333271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B9B551EC-DEF9-4231-B75F-062DD5A341A4}"/>
              </a:ext>
            </a:extLst>
          </p:cNvPr>
          <p:cNvGrpSpPr/>
          <p:nvPr/>
        </p:nvGrpSpPr>
        <p:grpSpPr>
          <a:xfrm>
            <a:off x="-1" y="3340072"/>
            <a:ext cx="3993401" cy="997993"/>
            <a:chOff x="69736" y="1305716"/>
            <a:chExt cx="4535939" cy="738653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31915CE-A51D-4B05-A67E-454DA5B7118D}"/>
                </a:ext>
              </a:extLst>
            </p:cNvPr>
            <p:cNvSpPr txBox="1"/>
            <p:nvPr/>
          </p:nvSpPr>
          <p:spPr>
            <a:xfrm>
              <a:off x="437843" y="1793792"/>
              <a:ext cx="4079631" cy="25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变量值如下：           对应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图：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71C6B8C-6B8C-4DBC-A106-B335F352798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1E1CAB9-34E1-458D-9490-C0FADE649C40}"/>
                </a:ext>
              </a:extLst>
            </p:cNvPr>
            <p:cNvSpPr/>
            <p:nvPr/>
          </p:nvSpPr>
          <p:spPr>
            <a:xfrm>
              <a:off x="69736" y="1305716"/>
              <a:ext cx="453593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#1J^100000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位置与速度曲线图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9AC745F-590A-493B-BE9C-AECC5874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657167"/>
            <a:ext cx="2420810" cy="1130889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72766D73-F665-4743-B0F3-A2AEA0E5F083}"/>
              </a:ext>
            </a:extLst>
          </p:cNvPr>
          <p:cNvGrpSpPr/>
          <p:nvPr/>
        </p:nvGrpSpPr>
        <p:grpSpPr>
          <a:xfrm>
            <a:off x="171824" y="768868"/>
            <a:ext cx="5196254" cy="2188214"/>
            <a:chOff x="340258" y="1284256"/>
            <a:chExt cx="4092196" cy="1619580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6335F47-EDFD-4D22-A957-F8AD964D2A4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277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Ixx20（加速时间）</a:t>
              </a:r>
              <a:r>
                <a:rPr lang="en-US" altLang="zh-CN" sz="1200" dirty="0"/>
                <a:t>= </a:t>
              </a:r>
              <a:r>
                <a:rPr lang="zh-CN" altLang="en-US" sz="1200" dirty="0"/>
                <a:t>100ms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Ixx21（S 曲线时间）</a:t>
              </a:r>
              <a:r>
                <a:rPr lang="en-US" altLang="zh-CN" sz="1200" dirty="0"/>
                <a:t>=</a:t>
              </a:r>
              <a:r>
                <a:rPr lang="zh-CN" altLang="en-US" sz="1200" dirty="0"/>
                <a:t> 0</a:t>
              </a:r>
              <a:r>
                <a:rPr lang="en-US" altLang="zh-CN" sz="1200" dirty="0" err="1"/>
                <a:t>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Ixx22（</a:t>
              </a:r>
              <a:r>
                <a:rPr lang="en-US" altLang="zh-CN" sz="1200" dirty="0"/>
                <a:t>JOG</a:t>
              </a:r>
              <a:r>
                <a:rPr lang="zh-CN" altLang="en-US" sz="1200" dirty="0"/>
                <a:t>速度）</a:t>
              </a:r>
              <a:r>
                <a:rPr lang="en-US" altLang="zh-CN" sz="1200" dirty="0"/>
                <a:t>= </a:t>
              </a:r>
              <a:r>
                <a:rPr lang="zh-CN" altLang="en-US" sz="1200" dirty="0"/>
                <a:t>50 </a:t>
              </a:r>
              <a:r>
                <a:rPr lang="en-US" altLang="zh-CN" sz="1200" dirty="0"/>
                <a:t>counts</a:t>
              </a:r>
              <a:r>
                <a:rPr lang="zh-CN" altLang="en-US" sz="1200" dirty="0"/>
                <a:t>/ms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en-US" altLang="zh-CN" sz="1200" dirty="0"/>
                <a:t>Ixx19 </a:t>
              </a:r>
              <a:r>
                <a:rPr lang="zh-CN" altLang="en-US" sz="1200" dirty="0"/>
                <a:t>（电机 </a:t>
              </a:r>
              <a:r>
                <a:rPr lang="en-US" altLang="zh-CN" sz="1200" dirty="0"/>
                <a:t>xx </a:t>
              </a:r>
              <a:r>
                <a:rPr lang="zh-CN" altLang="en-US" sz="1200" dirty="0"/>
                <a:t>最大的手动</a:t>
              </a:r>
              <a:r>
                <a:rPr lang="en-US" altLang="zh-CN" sz="1200" dirty="0"/>
                <a:t>/</a:t>
              </a:r>
              <a:r>
                <a:rPr lang="zh-CN" altLang="en-US" sz="1200" dirty="0"/>
                <a:t>回零加速度） </a:t>
              </a:r>
              <a:r>
                <a:rPr lang="en-US" altLang="zh-CN" sz="1200" dirty="0"/>
                <a:t>= 0.25 </a:t>
              </a:r>
              <a:r>
                <a:rPr lang="zh-CN" altLang="en-US" sz="1200" dirty="0"/>
                <a:t>cts/ms</a:t>
              </a:r>
              <a:r>
                <a:rPr lang="en-US" altLang="zh-CN" sz="1200" dirty="0"/>
                <a:t>^</a:t>
              </a:r>
              <a:r>
                <a:rPr lang="zh-CN" altLang="en-US" sz="1200" dirty="0"/>
                <a:t>2 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那么手动命令需要的加速度为（50cst/ms）/100ms </a:t>
              </a:r>
              <a:r>
                <a:rPr lang="en-US" altLang="zh-CN" sz="1200" dirty="0"/>
                <a:t>=</a:t>
              </a:r>
              <a:r>
                <a:rPr lang="zh-CN" altLang="en-US" sz="1200" dirty="0"/>
                <a:t> 0.5cts/ms</a:t>
              </a:r>
              <a:r>
                <a:rPr lang="en-US" altLang="zh-CN" sz="1200" dirty="0"/>
                <a:t>^</a:t>
              </a:r>
              <a:r>
                <a:rPr lang="zh-CN" altLang="en-US" sz="1200" dirty="0"/>
                <a:t>2 。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zh-CN" altLang="en-US" sz="1200" dirty="0"/>
                <a:t>由于 Ixx19 为 0.25，加速时间将会为 300ms 而非 100ms。</a:t>
              </a:r>
              <a:endParaRPr lang="en-US" altLang="zh-CN" sz="1200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6889D0F-FE5D-4974-AD9D-380D4ABF48D7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EE0F3AA-F9B6-4A35-B6AA-E39BA8CBA65C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直线加速例子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31EE5004-13D9-452D-9292-5D7C888D4E34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160385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15327"/>
              </p:ext>
            </p:extLst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pt-BR" altLang="zh-CN" dirty="0"/>
                        <a:t>TURBO PMAC USER MANUAL </a:t>
                      </a:r>
                      <a:r>
                        <a:rPr lang="zh-CN" altLang="pt-BR" dirty="0"/>
                        <a:t>（中文版）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输入 一个运动程序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PMAC </a:t>
                      </a:r>
                      <a:r>
                        <a:rPr lang="zh-CN" altLang="en-US" dirty="0"/>
                        <a:t>技术培训（初级）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一个简单的数据采集的例程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最后几页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</TotalTime>
  <Words>962</Words>
  <Application>Microsoft Office PowerPoint</Application>
  <PresentationFormat>全屏显示(4:3)</PresentationFormat>
  <Paragraphs>168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伍绍森</dc:creator>
  <cp:lastModifiedBy>Shaosen Wu</cp:lastModifiedBy>
  <cp:revision>38</cp:revision>
  <dcterms:created xsi:type="dcterms:W3CDTF">2019-07-16T11:12:01Z</dcterms:created>
  <dcterms:modified xsi:type="dcterms:W3CDTF">2019-09-16T13:30:14Z</dcterms:modified>
</cp:coreProperties>
</file>
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92" r:id="rId3"/>
    <p:sldId id="258" r:id="rId4"/>
    <p:sldId id="299" r:id="rId5"/>
    <p:sldId id="300" r:id="rId6"/>
    <p:sldId id="306" r:id="rId7"/>
    <p:sldId id="307" r:id="rId8"/>
    <p:sldId id="308" r:id="rId9"/>
    <p:sldId id="301" r:id="rId10"/>
    <p:sldId id="302" r:id="rId11"/>
    <p:sldId id="303" r:id="rId12"/>
    <p:sldId id="309" r:id="rId13"/>
    <p:sldId id="304" r:id="rId14"/>
    <p:sldId id="310" r:id="rId15"/>
    <p:sldId id="311" r:id="rId16"/>
    <p:sldId id="312" r:id="rId17"/>
    <p:sldId id="31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636A06-8E6B-4906-B6FB-68BFEABAB01F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198CB8-1E75-463B-9A70-E65CC3F6A2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205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651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288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9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03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884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606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086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87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376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05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1938-9A7F-47A6-B3A2-9A3D5401F559}" type="datetimeFigureOut">
              <a:rPr lang="zh-CN" altLang="en-US" smtClean="0"/>
              <a:t>2019/7/19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F5269-ECB9-4E64-BA15-76D3E7FF72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5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D4A386AA-15D9-4082-8309-414E04995A2C}"/>
              </a:ext>
            </a:extLst>
          </p:cNvPr>
          <p:cNvGrpSpPr/>
          <p:nvPr/>
        </p:nvGrpSpPr>
        <p:grpSpPr>
          <a:xfrm>
            <a:off x="3453354" y="2860256"/>
            <a:ext cx="6033722" cy="1231410"/>
            <a:chOff x="3453354" y="2860256"/>
            <a:chExt cx="6033722" cy="1231410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D7CA54D-1782-406C-BD64-3BE0C25D18F9}"/>
                </a:ext>
              </a:extLst>
            </p:cNvPr>
            <p:cNvCxnSpPr>
              <a:cxnSpLocks/>
            </p:cNvCxnSpPr>
            <p:nvPr/>
          </p:nvCxnSpPr>
          <p:spPr>
            <a:xfrm>
              <a:off x="3453355" y="3469118"/>
              <a:ext cx="56182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60C1F8E-AF18-4B43-B7DB-9A29CB04A01B}"/>
                </a:ext>
              </a:extLst>
            </p:cNvPr>
            <p:cNvSpPr txBox="1"/>
            <p:nvPr/>
          </p:nvSpPr>
          <p:spPr>
            <a:xfrm>
              <a:off x="3453354" y="2860256"/>
              <a:ext cx="60337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en-US" altLang="zh-CN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Setup</a:t>
              </a:r>
              <a:r>
                <a:rPr lang="zh-CN" altLang="en-US" sz="2400" b="1" dirty="0">
                  <a:solidFill>
                    <a:srgbClr val="005EB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让电机动起来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22E7396-891D-46E9-AD7A-26BE1DFEA584}"/>
                </a:ext>
              </a:extLst>
            </p:cNvPr>
            <p:cNvSpPr txBox="1"/>
            <p:nvPr/>
          </p:nvSpPr>
          <p:spPr>
            <a:xfrm>
              <a:off x="3537175" y="3814667"/>
              <a:ext cx="279595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2019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年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月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日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D12738B-7907-4FB7-B198-3EA112D47708}"/>
              </a:ext>
            </a:extLst>
          </p:cNvPr>
          <p:cNvGrpSpPr/>
          <p:nvPr/>
        </p:nvGrpSpPr>
        <p:grpSpPr>
          <a:xfrm>
            <a:off x="-1" y="-1"/>
            <a:ext cx="3456022" cy="6857993"/>
            <a:chOff x="0" y="0"/>
            <a:chExt cx="3202389" cy="68580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70FB4EB8-A3FC-4DA8-A8E9-E22BA4CE702B}"/>
                </a:ext>
              </a:extLst>
            </p:cNvPr>
            <p:cNvSpPr/>
            <p:nvPr/>
          </p:nvSpPr>
          <p:spPr>
            <a:xfrm>
              <a:off x="0" y="0"/>
              <a:ext cx="2892669" cy="6858000"/>
            </a:xfrm>
            <a:prstGeom prst="rect">
              <a:avLst/>
            </a:prstGeom>
            <a:solidFill>
              <a:srgbClr val="005E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30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1889530-54C1-4B95-AE94-7F56B75E1E9C}"/>
                </a:ext>
              </a:extLst>
            </p:cNvPr>
            <p:cNvSpPr txBox="1"/>
            <p:nvPr/>
          </p:nvSpPr>
          <p:spPr>
            <a:xfrm>
              <a:off x="724239" y="4930779"/>
              <a:ext cx="204860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ABA9EF0-B3E2-4644-9D5E-1094910EEB79}"/>
                </a:ext>
              </a:extLst>
            </p:cNvPr>
            <p:cNvSpPr txBox="1"/>
            <p:nvPr/>
          </p:nvSpPr>
          <p:spPr>
            <a:xfrm>
              <a:off x="491428" y="2977484"/>
              <a:ext cx="2710961" cy="707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40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398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-1" y="1816"/>
            <a:ext cx="9566032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40034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两种方式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19913ED-FEB6-4D28-916D-69FFD6D25952}"/>
              </a:ext>
            </a:extLst>
          </p:cNvPr>
          <p:cNvGrpSpPr/>
          <p:nvPr/>
        </p:nvGrpSpPr>
        <p:grpSpPr>
          <a:xfrm>
            <a:off x="400348" y="1984931"/>
            <a:ext cx="8576598" cy="2295144"/>
            <a:chOff x="340258" y="1284256"/>
            <a:chExt cx="4092196" cy="196456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7FF0D0E-F6EF-48FB-9212-F1D7371D155D}"/>
                </a:ext>
              </a:extLst>
            </p:cNvPr>
            <p:cNvSpPr txBox="1"/>
            <p:nvPr/>
          </p:nvSpPr>
          <p:spPr>
            <a:xfrm>
              <a:off x="352823" y="1626321"/>
              <a:ext cx="4079631" cy="1622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：对于初学者，使用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TurboSetup32Pro2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，它采用向导界面，帮助我们设置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Turbo 			PMAC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卡；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方式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：通过设置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变量到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PID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调试</a:t>
              </a:r>
            </a:p>
            <a:p>
              <a:pPr>
                <a:lnSpc>
                  <a:spcPct val="150000"/>
                </a:lnSpc>
              </a:pP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27D2062-60DD-433A-B3C9-D153DE018C7E}"/>
                </a:ext>
              </a:extLst>
            </p:cNvPr>
            <p:cNvSpPr/>
            <p:nvPr/>
          </p:nvSpPr>
          <p:spPr>
            <a:xfrm>
              <a:off x="340258" y="1284256"/>
              <a:ext cx="11279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dirty="0">
                <a:solidFill>
                  <a:srgbClr val="005EB8"/>
                </a:solidFill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63913196-632E-4486-B5F8-3B17A7F14041}"/>
              </a:ext>
            </a:extLst>
          </p:cNvPr>
          <p:cNvSpPr/>
          <p:nvPr/>
        </p:nvSpPr>
        <p:spPr>
          <a:xfrm>
            <a:off x="518550" y="5320112"/>
            <a:ext cx="8084229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本教程和其他教程用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号电机调试，如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Ixx00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号电机，若对其他电机，需找到对应变量解释以及赋值</a:t>
            </a:r>
          </a:p>
        </p:txBody>
      </p:sp>
    </p:spTree>
    <p:extLst>
      <p:ext uri="{BB962C8B-B14F-4D97-AF65-F5344CB8AC3E}">
        <p14:creationId xmlns:p14="http://schemas.microsoft.com/office/powerpoint/2010/main" val="2016986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1190518"/>
            <a:ext cx="6297934" cy="887235"/>
            <a:chOff x="548784" y="3213139"/>
            <a:chExt cx="3652731" cy="88723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Tools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Setup Pro2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，按照引导操作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480119" y="321313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94028DDD-7A4F-41BE-AEA5-3854C45B8A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0876" y="2599794"/>
            <a:ext cx="7875439" cy="378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4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1290230"/>
            <a:ext cx="3652731" cy="636557"/>
            <a:chOff x="548784" y="3312851"/>
            <a:chExt cx="3652731" cy="63655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选卡型，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3706" y="351267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21A3253-136D-4E5D-863B-0E3CDA176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43" y="2126611"/>
            <a:ext cx="8301713" cy="408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5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1037492"/>
            <a:ext cx="3652731" cy="1040261"/>
            <a:chOff x="548784" y="3060113"/>
            <a:chExt cx="3652731" cy="1040261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默认值即可，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，出现上述选择产生对应要配置的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变量及赋值，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ok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505641" y="3060113"/>
              <a:ext cx="695874" cy="336746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D6EA7FC-EEDE-4942-BA48-16945818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0261"/>
            <a:ext cx="5945431" cy="42149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17A62C7-714C-4DD0-A64D-9CF688A3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067" y="1490054"/>
            <a:ext cx="4657725" cy="3495675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51D91CA-B6DE-4173-8CC5-F6382627ECA5}"/>
              </a:ext>
            </a:extLst>
          </p:cNvPr>
          <p:cNvCxnSpPr/>
          <p:nvPr/>
        </p:nvCxnSpPr>
        <p:spPr>
          <a:xfrm flipV="1">
            <a:off x="4879731" y="2954215"/>
            <a:ext cx="773723" cy="35433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27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电机类型选择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72151"/>
            <a:ext cx="3801295" cy="1474934"/>
            <a:chOff x="548784" y="2994772"/>
            <a:chExt cx="3801295" cy="1474934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1156855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选择需要配置的电机，虽然是交流伺服电机，但对于驱动器控制信号接线上采用脉冲加反向，因此选择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stepper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628683" y="2994772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88AC181B-0E13-4BFB-BE89-9C443E2AD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763" y="824168"/>
            <a:ext cx="3305175" cy="59245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FCD9C15-DAFC-4AF6-91A4-27D098161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58" y="3012857"/>
            <a:ext cx="4686300" cy="353377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151726D-0718-4180-876D-E782CFB5BD8D}"/>
              </a:ext>
            </a:extLst>
          </p:cNvPr>
          <p:cNvCxnSpPr>
            <a:cxnSpLocks/>
          </p:cNvCxnSpPr>
          <p:nvPr/>
        </p:nvCxnSpPr>
        <p:spPr>
          <a:xfrm flipH="1" flipV="1">
            <a:off x="4141553" y="3904762"/>
            <a:ext cx="2751993" cy="22420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7B0134D-6702-4A1C-8950-93D83B1B928D}"/>
              </a:ext>
            </a:extLst>
          </p:cNvPr>
          <p:cNvGrpSpPr/>
          <p:nvPr/>
        </p:nvGrpSpPr>
        <p:grpSpPr>
          <a:xfrm>
            <a:off x="297282" y="4663781"/>
            <a:ext cx="3455377" cy="938576"/>
            <a:chOff x="583102" y="3274659"/>
            <a:chExt cx="3652731" cy="446758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CE7D2F8-A78E-452C-BBB4-84A2FDD7C5F5}"/>
                </a:ext>
              </a:extLst>
            </p:cNvPr>
            <p:cNvSpPr txBox="1"/>
            <p:nvPr/>
          </p:nvSpPr>
          <p:spPr>
            <a:xfrm>
              <a:off x="583102" y="3346560"/>
              <a:ext cx="3652731" cy="37485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I101=0 //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不换相，</a:t>
              </a: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=1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换向</a:t>
              </a:r>
              <a:endPara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I100=1//</a:t>
              </a:r>
              <a:r>
                <a:rPr lang="zh-CN" altLang="en-US" sz="1600" b="1" dirty="0">
                  <a:solidFill>
                    <a:schemeClr val="accent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激活</a:t>
              </a:r>
              <a:endPara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7DF48A03-766B-4584-8656-53B2248FE486}"/>
                </a:ext>
              </a:extLst>
            </p:cNvPr>
            <p:cNvSpPr/>
            <p:nvPr/>
          </p:nvSpPr>
          <p:spPr>
            <a:xfrm>
              <a:off x="3030411" y="3274659"/>
              <a:ext cx="1124632" cy="104998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>
                  <a:solidFill>
                    <a:schemeClr val="accent1"/>
                  </a:solidFill>
                </a:rPr>
                <a:t>I</a:t>
              </a:r>
              <a:r>
                <a:rPr lang="zh-CN" altLang="en-US" sz="1400" b="1" dirty="0">
                  <a:solidFill>
                    <a:schemeClr val="accent1"/>
                  </a:solidFill>
                </a:rPr>
                <a:t>变量解释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796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50870E6E-0C5C-48B1-986E-14EFB5FA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2" y="1795493"/>
            <a:ext cx="4619625" cy="35623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换向方法和输出通道选择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249617" y="726566"/>
            <a:ext cx="3652731" cy="775153"/>
            <a:chOff x="548784" y="2955889"/>
            <a:chExt cx="3652731" cy="775153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Continue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406962" y="2955889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8BE9B60C-534B-44D0-81C2-BB9263F9D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485" y="824168"/>
            <a:ext cx="3267075" cy="591502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5AEBFF7-33F9-481C-9728-A560E822C788}"/>
              </a:ext>
            </a:extLst>
          </p:cNvPr>
          <p:cNvCxnSpPr>
            <a:cxnSpLocks/>
          </p:cNvCxnSpPr>
          <p:nvPr/>
        </p:nvCxnSpPr>
        <p:spPr>
          <a:xfrm flipH="1" flipV="1">
            <a:off x="4006061" y="3548971"/>
            <a:ext cx="2751993" cy="22420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AEE64EB-44A2-4289-BEF9-518A9451F0CD}"/>
              </a:ext>
            </a:extLst>
          </p:cNvPr>
          <p:cNvSpPr/>
          <p:nvPr/>
        </p:nvSpPr>
        <p:spPr>
          <a:xfrm>
            <a:off x="1094687" y="5359951"/>
            <a:ext cx="2911374" cy="4589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选择通道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I7mn3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8422FF-93F2-415D-9044-A22A89D3A5F8}"/>
              </a:ext>
            </a:extLst>
          </p:cNvPr>
          <p:cNvSpPr/>
          <p:nvPr/>
        </p:nvSpPr>
        <p:spPr>
          <a:xfrm>
            <a:off x="3782349" y="1610467"/>
            <a:ext cx="1063869" cy="2205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accent1"/>
                </a:solidFill>
              </a:rPr>
              <a:t>I</a:t>
            </a:r>
            <a:r>
              <a:rPr lang="zh-CN" altLang="en-US" sz="1400" b="1" dirty="0">
                <a:solidFill>
                  <a:schemeClr val="accent1"/>
                </a:solidFill>
              </a:rPr>
              <a:t>变量解释</a:t>
            </a:r>
          </a:p>
        </p:txBody>
      </p:sp>
    </p:spTree>
    <p:extLst>
      <p:ext uri="{BB962C8B-B14F-4D97-AF65-F5344CB8AC3E}">
        <p14:creationId xmlns:p14="http://schemas.microsoft.com/office/powerpoint/2010/main" val="429350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输入通道选择</a:t>
            </a:r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屏蔽报警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72151"/>
            <a:ext cx="3652731" cy="1105602"/>
            <a:chOff x="548784" y="2994772"/>
            <a:chExt cx="3652731" cy="110560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如没有限位开关，屏蔽报警，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Continue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479455" y="2994772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8" name="图片 7">
            <a:extLst>
              <a:ext uri="{FF2B5EF4-FFF2-40B4-BE49-F238E27FC236}">
                <a16:creationId xmlns:a16="http://schemas.microsoft.com/office/drawing/2014/main" id="{6C294379-1305-4A37-9B71-73F541040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056" y="824168"/>
            <a:ext cx="3171825" cy="59150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0D3596-6D81-457F-821F-D3DCC41F8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99" y="2710961"/>
            <a:ext cx="3820026" cy="2931285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7F458D1-B24A-4841-84FB-C125E0116C83}"/>
              </a:ext>
            </a:extLst>
          </p:cNvPr>
          <p:cNvCxnSpPr>
            <a:cxnSpLocks/>
          </p:cNvCxnSpPr>
          <p:nvPr/>
        </p:nvCxnSpPr>
        <p:spPr>
          <a:xfrm flipH="1" flipV="1">
            <a:off x="3546597" y="3781680"/>
            <a:ext cx="2751993" cy="224203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58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配置位置环编码器和通道选择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68517"/>
            <a:ext cx="5814357" cy="732399"/>
            <a:chOff x="548784" y="2991137"/>
            <a:chExt cx="3652731" cy="74989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2818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增量式编码盘，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Continue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X4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编码，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continue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67550" y="299113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A76FBB2-5A0C-4036-870E-CD685E0B9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13" y="2272375"/>
            <a:ext cx="2568011" cy="458199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0B4449-F90F-4F68-A4D7-AFFF220A5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958" y="2270558"/>
            <a:ext cx="2487509" cy="45838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1E5B529-82D6-42B2-AB10-66770CE45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9649" y="3429000"/>
            <a:ext cx="3455401" cy="2582754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31EF7981-103B-4EB3-87FF-15D05509F275}"/>
              </a:ext>
            </a:extLst>
          </p:cNvPr>
          <p:cNvCxnSpPr>
            <a:cxnSpLocks/>
          </p:cNvCxnSpPr>
          <p:nvPr/>
        </p:nvCxnSpPr>
        <p:spPr>
          <a:xfrm flipV="1">
            <a:off x="4791808" y="4791808"/>
            <a:ext cx="1758461" cy="14683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609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配置速度环编码器和通道选择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94495"/>
            <a:ext cx="3652731" cy="713926"/>
            <a:chOff x="548784" y="3017116"/>
            <a:chExt cx="3652731" cy="713926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选卡型，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93250" y="3017116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DF2D3026-BD5C-48DC-BB87-A08E70633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8" y="1863158"/>
            <a:ext cx="2718509" cy="489331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F3A8DD-AD04-48AC-B774-6B62DA1C4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422" y="1863158"/>
            <a:ext cx="2692516" cy="490338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297C4EB-3C09-470E-A7F8-AD3920712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5178" y="3080605"/>
            <a:ext cx="2978822" cy="2238742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7EBE101-C653-4A10-BDA4-4BDEF7F57C85}"/>
              </a:ext>
            </a:extLst>
          </p:cNvPr>
          <p:cNvCxnSpPr>
            <a:cxnSpLocks/>
          </p:cNvCxnSpPr>
          <p:nvPr/>
        </p:nvCxnSpPr>
        <p:spPr>
          <a:xfrm flipV="1">
            <a:off x="5285947" y="4362571"/>
            <a:ext cx="1758461" cy="14683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88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开环测试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1290230"/>
            <a:ext cx="3652731" cy="636557"/>
            <a:chOff x="548784" y="3312851"/>
            <a:chExt cx="3652731" cy="63655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选卡型，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3706" y="351267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3CC679BF-0184-47F4-88BD-9D15C45C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258" y="2043921"/>
            <a:ext cx="2496549" cy="45954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34123B5-653B-4E8D-8418-59620D245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778" y="2043921"/>
            <a:ext cx="5732585" cy="402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9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开环测试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1290230"/>
            <a:ext cx="3652731" cy="636557"/>
            <a:chOff x="548784" y="3312851"/>
            <a:chExt cx="3652731" cy="636557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选卡型，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373706" y="351267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DCF49ED-3857-4129-9703-8E7CD157A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31" y="2086663"/>
            <a:ext cx="2558669" cy="455281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469EABF-357F-4BD9-A099-82565BCF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960" y="941158"/>
            <a:ext cx="3267075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6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闭环测试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14590"/>
            <a:ext cx="5191014" cy="789779"/>
            <a:chOff x="548784" y="2937687"/>
            <a:chExt cx="4190847" cy="797380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4019753" cy="42221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 a step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，看到响应时间过长，应增大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增益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4018235" y="2937687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7A61E416-765A-4AC3-A1A6-58D1FDD9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4193"/>
            <a:ext cx="4720027" cy="38451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48FDD40-6BB1-4DC0-84CB-42217BCE9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776" y="2274193"/>
            <a:ext cx="4348498" cy="303228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3CDC8E9-8B8C-4111-94DB-8BB69E40DB89}"/>
              </a:ext>
            </a:extLst>
          </p:cNvPr>
          <p:cNvCxnSpPr>
            <a:cxnSpLocks/>
          </p:cNvCxnSpPr>
          <p:nvPr/>
        </p:nvCxnSpPr>
        <p:spPr>
          <a:xfrm flipV="1">
            <a:off x="4303225" y="2315686"/>
            <a:ext cx="1376606" cy="77619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902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调节闭环响应曲线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B94D8E3-5FEA-471C-89A9-AD489BE9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180" y="2644879"/>
            <a:ext cx="5978820" cy="42113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20A08BD-C8FA-4398-B8A3-9FBEEAB15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4879"/>
            <a:ext cx="3063303" cy="325475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0900631-1598-4DF9-96BA-CB816AE93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21" y="846246"/>
            <a:ext cx="4522980" cy="1423027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3675279A-8A0B-4D2D-9BE7-BE37F77C25C5}"/>
              </a:ext>
            </a:extLst>
          </p:cNvPr>
          <p:cNvGrpSpPr/>
          <p:nvPr/>
        </p:nvGrpSpPr>
        <p:grpSpPr>
          <a:xfrm>
            <a:off x="340258" y="949594"/>
            <a:ext cx="3738257" cy="1128159"/>
            <a:chOff x="548784" y="2972215"/>
            <a:chExt cx="3738257" cy="1128159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7C01B66-B5BC-41DC-92F8-94A106E79464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一般先调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，如右图修改参数，先把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增益，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增益设为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，增大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2F643B2C-9BAA-4673-A5FD-3ECC709E4360}"/>
                </a:ext>
              </a:extLst>
            </p:cNvPr>
            <p:cNvSpPr/>
            <p:nvPr/>
          </p:nvSpPr>
          <p:spPr>
            <a:xfrm>
              <a:off x="3565645" y="297221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8883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调节闭环响应曲线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B3A0F3-CA44-4B88-8D5B-2C8EFAFEE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17" y="2281743"/>
            <a:ext cx="5912083" cy="42131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BBB6E03-757C-477B-A501-CC36A29DA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833" y="2281743"/>
            <a:ext cx="3152775" cy="345757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2F2C653-6403-464A-AE17-1F4DDFD493D6}"/>
              </a:ext>
            </a:extLst>
          </p:cNvPr>
          <p:cNvGrpSpPr/>
          <p:nvPr/>
        </p:nvGrpSpPr>
        <p:grpSpPr>
          <a:xfrm>
            <a:off x="340258" y="949594"/>
            <a:ext cx="3738257" cy="758827"/>
            <a:chOff x="548784" y="2972215"/>
            <a:chExt cx="3738257" cy="758827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9F4E2F0-BFC3-4B50-91DE-59C759CB58DA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继续增大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00BD039-7D23-4F0C-922D-6A34E75B6E58}"/>
                </a:ext>
              </a:extLst>
            </p:cNvPr>
            <p:cNvSpPr/>
            <p:nvPr/>
          </p:nvSpPr>
          <p:spPr>
            <a:xfrm>
              <a:off x="3565645" y="297221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5502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调节闭环响应曲线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6B74D3E-8CE8-4B93-A047-A296DFD2C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9218"/>
            <a:ext cx="2238607" cy="403725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03FF001-5DBD-45B4-B2EC-7AA917A3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713" y="2719218"/>
            <a:ext cx="2231287" cy="403725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C239055-A9BA-4975-AC14-07427DBCAA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106" y="2719218"/>
            <a:ext cx="2215248" cy="403725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6508E99-D40B-4E9F-BB12-69C6E9EF2F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1460" y="2719216"/>
            <a:ext cx="2179861" cy="4037257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4D87DB7F-8A8D-4D5B-A5A7-84BC60FD823B}"/>
              </a:ext>
            </a:extLst>
          </p:cNvPr>
          <p:cNvGrpSpPr/>
          <p:nvPr/>
        </p:nvGrpSpPr>
        <p:grpSpPr>
          <a:xfrm>
            <a:off x="340258" y="949594"/>
            <a:ext cx="3738257" cy="758827"/>
            <a:chOff x="548784" y="2972215"/>
            <a:chExt cx="3738257" cy="758827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BE4BFDCD-1C97-4F96-952A-884C8096B2C7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41819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调试完毕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FC58D0E-03E8-43F6-A50A-76FF405A7BF6}"/>
                </a:ext>
              </a:extLst>
            </p:cNvPr>
            <p:cNvSpPr/>
            <p:nvPr/>
          </p:nvSpPr>
          <p:spPr>
            <a:xfrm>
              <a:off x="3565645" y="297221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914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7C49CA93-CFB7-43BA-8D84-837E5A72A975}"/>
              </a:ext>
            </a:extLst>
          </p:cNvPr>
          <p:cNvGrpSpPr/>
          <p:nvPr/>
        </p:nvGrpSpPr>
        <p:grpSpPr>
          <a:xfrm>
            <a:off x="0" y="1816"/>
            <a:ext cx="9592408" cy="722642"/>
            <a:chOff x="0" y="-1"/>
            <a:chExt cx="12726863" cy="82867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22DEDEF-DB88-46DC-B6F2-6E8AAEC1E9D8}"/>
                </a:ext>
              </a:extLst>
            </p:cNvPr>
            <p:cNvSpPr/>
            <p:nvPr/>
          </p:nvSpPr>
          <p:spPr>
            <a:xfrm>
              <a:off x="114300" y="-1"/>
              <a:ext cx="12077700" cy="828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38100" dir="2700000" sx="107000" sy="107000" algn="tl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8610B1A1-9CF7-4B7C-949A-0C39678DC7EB}"/>
                </a:ext>
              </a:extLst>
            </p:cNvPr>
            <p:cNvSpPr/>
            <p:nvPr/>
          </p:nvSpPr>
          <p:spPr>
            <a:xfrm>
              <a:off x="0" y="114300"/>
              <a:ext cx="228600" cy="552450"/>
            </a:xfrm>
            <a:prstGeom prst="rect">
              <a:avLst/>
            </a:prstGeom>
            <a:ln>
              <a:solidFill>
                <a:srgbClr val="005EB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388AA15E-9279-47EF-80C0-61DC1C9A4066}"/>
                </a:ext>
              </a:extLst>
            </p:cNvPr>
            <p:cNvSpPr txBox="1"/>
            <p:nvPr/>
          </p:nvSpPr>
          <p:spPr>
            <a:xfrm>
              <a:off x="10461378" y="0"/>
              <a:ext cx="1844921" cy="553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1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汕头大学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0CF80DE-CD55-437B-B9A4-6A9968C0851D}"/>
                </a:ext>
              </a:extLst>
            </p:cNvPr>
            <p:cNvSpPr txBox="1"/>
            <p:nvPr/>
          </p:nvSpPr>
          <p:spPr>
            <a:xfrm>
              <a:off x="10678254" y="414336"/>
              <a:ext cx="2048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©</a:t>
              </a:r>
              <a:r>
                <a:rPr lang="zh-CN" altLang="en-US" sz="1200" b="1" dirty="0">
                  <a:solidFill>
                    <a:srgbClr val="005EB8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数控小组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4C27100-F0DF-4779-9DC7-6C949114BD1B}"/>
              </a:ext>
            </a:extLst>
          </p:cNvPr>
          <p:cNvSpPr txBox="1"/>
          <p:nvPr/>
        </p:nvSpPr>
        <p:spPr>
          <a:xfrm>
            <a:off x="340258" y="101526"/>
            <a:ext cx="60337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5EB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JOG</a:t>
            </a:r>
            <a:endParaRPr lang="zh-CN" altLang="en-US" sz="2800" b="1" dirty="0">
              <a:solidFill>
                <a:srgbClr val="005EB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3375932-3D00-437F-AB31-FD70CE3B7891}"/>
              </a:ext>
            </a:extLst>
          </p:cNvPr>
          <p:cNvGrpSpPr/>
          <p:nvPr/>
        </p:nvGrpSpPr>
        <p:grpSpPr>
          <a:xfrm>
            <a:off x="340258" y="949594"/>
            <a:ext cx="3738257" cy="1128159"/>
            <a:chOff x="548784" y="2972215"/>
            <a:chExt cx="3738257" cy="1128159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FDD4F81-15A8-4F12-AC40-510956F571E9}"/>
                </a:ext>
              </a:extLst>
            </p:cNvPr>
            <p:cNvSpPr txBox="1"/>
            <p:nvPr/>
          </p:nvSpPr>
          <p:spPr>
            <a:xfrm>
              <a:off x="548784" y="3312851"/>
              <a:ext cx="3652731" cy="78752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调试完毕后保存备份参数，从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view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中打开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面板，手动</a:t>
              </a:r>
              <a:r>
                <a:rPr lang="en-US" altLang="zh-CN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Jog</a:t>
              </a:r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电机</a:t>
              </a:r>
              <a:endPara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97594927-B859-45A7-A288-3CA3C32D4A1F}"/>
                </a:ext>
              </a:extLst>
            </p:cNvPr>
            <p:cNvSpPr/>
            <p:nvPr/>
          </p:nvSpPr>
          <p:spPr>
            <a:xfrm>
              <a:off x="3565645" y="2972215"/>
              <a:ext cx="721396" cy="436733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/>
                <a:t>操作</a:t>
              </a:r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2081FDE-8846-47F8-8E72-929CEF2A0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" y="2885822"/>
            <a:ext cx="9144000" cy="224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617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</TotalTime>
  <Words>395</Words>
  <Application>Microsoft Office PowerPoint</Application>
  <PresentationFormat>全屏显示(4:3)</PresentationFormat>
  <Paragraphs>91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隶书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Shaosen Wu</dc:creator>
  <cp:lastModifiedBy>Shaosen Wu</cp:lastModifiedBy>
  <cp:revision>20</cp:revision>
  <dcterms:created xsi:type="dcterms:W3CDTF">2019-07-19T08:12:58Z</dcterms:created>
  <dcterms:modified xsi:type="dcterms:W3CDTF">2019-07-19T14:42:07Z</dcterms:modified>
</cp:coreProperties>
</file>
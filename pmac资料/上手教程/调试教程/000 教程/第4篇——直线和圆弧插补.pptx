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2" r:id="rId3"/>
    <p:sldId id="314" r:id="rId4"/>
    <p:sldId id="311" r:id="rId5"/>
    <p:sldId id="315" r:id="rId6"/>
    <p:sldId id="304" r:id="rId7"/>
    <p:sldId id="258" r:id="rId8"/>
    <p:sldId id="261" r:id="rId9"/>
    <p:sldId id="297" r:id="rId10"/>
    <p:sldId id="316" r:id="rId11"/>
    <p:sldId id="307" r:id="rId12"/>
    <p:sldId id="309" r:id="rId13"/>
    <p:sldId id="306" r:id="rId14"/>
    <p:sldId id="308" r:id="rId15"/>
    <p:sldId id="305" r:id="rId16"/>
    <p:sldId id="310" r:id="rId17"/>
    <p:sldId id="301" r:id="rId1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19-07-22T13:57:04.6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11977 5997 0,'0'-17'296,"-18"17"-249,1 0-15,-1 0 14,0 17-30,1 1 125,17-1-110,0 1 31,-18 0-46,18-1 31,0 1-47,0 0 31,0-1-15,-18 19-1,18-19 17,0 1-17,-17 0 1,17-1 0,-18 1-1,18-1 16,0 1-31,0 0 32,0-1-1,0 1-15,-18-18-1,18 18 1,0-1-16,0 1 15,0 17 1,0-17 0,-17-1-16,17 1 15,0 0 1,0 17 0,0-17-1,0-1 1,-18 36 15,18 0 0,0 53 32,0-18-16,0 18 0,0-88-47,0 123 46,0-106-30,0 18 15,0-18-31,0-17 32,0-1-17,0 1 1,0 17-1,0 1 1,0 17 0,0 0-1,0-18 17,0-18-17,0 19 1,0-19-16,0 19 15,0-1 1,0-17-16,0-1 16,0 18 15,0 1-15,0-19-1,0 19 1,0 52-1,0-53 1,0 0 0,0-17-1,0 0 1,0-1 15,0 19-15,0-19-1,0 1 1,0 0 0,0-1 46,0 1 141,18-1-125,-1 1 32,-17 0-110,18-18 15,0 17 1,-1 1 15,-17 17 172,18-17-187,-18 0 0,18-1-1,-1-17 1001</inkml:trace>
  <inkml:trace contextRef="#ctx0" brushRef="#br0" timeOffset="3148.26">12030 8978 0,'17'-17'78,"1"17"-78,0 0 0,-1 0 16,19 0 0,16-18-1,-34 18 1,35-18 0,-18 18-1,-17 0 1,70-17-1,-35 17 1,-35 0-16,35-18 16,35 18 15,-71 0-15,1 0-1,0 0 1,-1 0-1,1 0 1,0 0 0,35 0-1,17 0 1,-17 0 0,-18 0-1,-17 0 1,35 0-1,-18 0 1,36 0 0,-36 0-1,18 0 1,0 0 15,-18 0-15,0 0-1,-17 0-15,17 0 16,1 0 0,34 0-1,-35 0 1,18 0 0,0 0-1,-18 0 1,1 0-1,34 18 1,54-1 0,-18 1-1,-89-18 1,1 0 46,35 0-46,-36 0 0,1 0 93,0 0-93,-1 0-1,1 0-15,0 0 16,-1 0 0,1 0 15,17 0-16,36 0 1,-54 0 0,1 0-1</inkml:trace>
  <inkml:trace contextRef="#ctx0" brushRef="#br0" timeOffset="4153.206">13494 9419 0,'-18'0'47,"0"0"-47,1 0 15,-54 0-15,-52 0 16,-36-17 0,-17-19-1,123 36-15,-141-17 16,53-1 0,52 0-1,19 18 1,-1 0-1,-17 0 1,-18 0 0,71 0 15,17 0-15</inkml:trace>
  <inkml:trace contextRef="#ctx0" brushRef="#br0" timeOffset="6155.846">12312 9737 0,'-18'0'15,"-52"35"1,52-17-16,-35 52 16,-70 36-1,52 17 17,-35 89-17,-35 53 1,0 70-1,71-53 1,-19-35 0,54-18-1,17-88 1,1-35 0,17 53-1,0-106-15,0 159 16,0-36-1,0-17 1,0-18 0,88 18-1,35 88 1,36-53 0,-88-142-1,176 195 1,-71 0-1,-88-106 1,-70-105-16,17 105 16,0 0-1,1 0 1,-36-53 0,0 0-1,0-35 1,0 36-1,-36-1 1,1 35 0,-18 18-1,18-70 1,-18 35 0,35-71 15,18-17 0,0-1 469,0 1-484,0 0-16,0-1 31,18 1-15,0-1-1,-1-17 32,1 18-31,35-18-1,-35 18 1,-1-18 0,1 0 93,-1 0-93,1 0-16,0 0 15</inkml:trace>
  <inkml:trace contextRef="#ctx0" brushRef="#br0" timeOffset="15021.78">11448 8132 0,'0'-18'47,"0"0"-47,-18-52 16,0 34-16,-17-87 15,-18-18 1,18-71 0,17 89-1,1 17 1,17 35-1,0-52 1,0 88-16,-18-36 16,18 53-16,0-105 15,0 35 1,0 17 0,0 36 15,0 0-16,0-18 1,0-18 0,0-17-1,0 35 1,0 18 0,0-1-1,35-16 1,-17 16-1,0 1 1,-1 0 0</inkml:trace>
  <inkml:trace contextRef="#ctx0" brushRef="#br0" timeOffset="16617.904">11818 9366 0,'-18'0'0,"1"0"16,-19 18-16,-34 35 15,52-36 1,-70 107-1,53-89-15,-53 124 16,52-106-16,-105 141 16,18 18-1,-1 17 1,18 71 0,36-124-1,17 71 1,35-159-16,-17 177 15,17 105 1,-34 54 0,52-89-1,0 17 1,0-105 0,0 0 15,0 18-16,17 52 1,71-52 0,-35-53-1,-53-124 1,18-18 0,0-34-1,-18-1 1,17 36-1,1 17 1,35 53 0,-18-35-1,18 17 1,0-17 0,70 35 15,-52-35-16,-53-88 1,-1-1 31,1-17-31,-1 18 30,-17 0-30,0-1 0,0 1-1</inkml:trace>
  <inkml:trace contextRef="#ctx0" brushRef="#br0" timeOffset="18696.507">12806 15716 0,'0'-17'63,"35"-1"-48,0 18-15,89 0 0,105-35 16,-211 35-1,158-36 1,-141 19 0,18-1 15,-35 18-31,35 0 16,70 0-1,-87 0 1,-19 0-1,1 0 1,17-18 0,1 18-1,16 0 1,1 0 15,-35 0-31,17 0 16,1 0-1,-19 0 1,18 0 0,18 0-1,-17 0 1,34 0 0,-17 0-1,35 0 1,-70 0-1,0 0 1,-1 0 0,19 0-1,-19 0 1,1 0 0,-1 0-1,1 0 16,0 18-15,-1-18 15,19 0-15,-19 0 0,1 0-16,17 0 15,-17 0 1,-1 0 31,1 0 0,0 0 15</inkml:trace>
  <inkml:trace contextRef="#ctx0" brushRef="#br0" timeOffset="24742.973">12065 6332 0,'18'0'94,"-18"-17"-79,17 17 1,1 0-1,0 0 1,17 0 0,35-18-1,-17 0 1,-35 18-16,52-17 16,-52 17-1,35-18 1,-35 18-1,-1 0 1,36-17 0,53-1-1,-71 18-15,54 0 16,52 0 0,-88-18-1,-1 18 1,-16-17 15,17 17-15,17 0-1,54-18 1,-36 18 0,53 0-1,-106 0-15,124 0 16,-88 0-1,-36 0 1,-17 0 0,-1 0-1,89 0 17,-88 0-32,70 0 15,88 0 1,-158 0-16,88 18 15,-89-18-15,19 0 32,-19 0-17,1 0 1,52 17 0,-34-17-1,-19 0 1,1 0 15,0 0-15,17 18-16,0-18 15,36 0 1,-18 0 0,17 0-1,-35 0 1,-17 0 15,0 0 32,-1 0-17</inkml:trace>
  <inkml:trace contextRef="#ctx0" brushRef="#br0" timeOffset="25856.568">15046 6703 0,'-18'0'16,"-52"0"-16,-54 0 15,71 0 1,-176 0 0,0 0-1,70 0 1,18 0 0,35 0-1,18 0 1,-53 0-1,-53 0 1,53 0 0,88 0-1,-18 0 1,-17 0 0,-36 0-1,89-18-15,0 18 16,-53 0-1,17-35 17,18 17-32,-35 1 15,-18-1 1,36 18 0,52 0-1,0 0 16,-52 0-15,52 0-16,-52 0 16,34 0-1,19 0 126</inkml:trace>
  <inkml:trace contextRef="#ctx0" brushRef="#br0" timeOffset="26421.321">11747 7179 0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19-07-22T13:57:46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1323 3757 0,'0'18'110,"18"-18"-110,-1 0 15,36 0-15,0 0 16,-18 0-1,-17 0-15,17 0 16,-17 0 0,-1 0-1,19 0 17,-19 0-32,19 0 15,-1 0 1,18 0-1,-18 0 1,53 0 0,-52 0 15,17 0-15,17 0-1,1 0 1,-1 0-1,18 0 1,-52 0 0,-19 0-1,1 0 17,17 0-17,1 0 1,34 0-1,-52 0 1,-1 0 0,1 0-16,17 0 15,-17 0 17,35 0-17,0 0 1,-36 0-1,1 0 1,0 0 0,-1 0 15,19 0-15,-19 0-1,18 0 1,18 0-1,-35 0 1,17 0 0,-17 0-1,17 0 1,1 0 0,-19 0-1,36 0 1,0 0-1,-18 0 1,1 0 31,-1-18 78</inkml:trace>
  <inkml:trace contextRef="#ctx0" brushRef="#br0" timeOffset="2787.916">4339 8925 0,'18'18'31,"-18"0"0,0-1-31,0 1 16,0-1-1,0 1 1,0 17 0,0-17-16,0 0 15,0-1 1,0 19-16,0 16 15,0-16 1,-18-19 0,18 1-16,0 17 15,0 1 1,0-1 15,0-17-15,0-1 78</inkml:trace>
  <inkml:trace contextRef="#ctx0" brushRef="#br0" timeOffset="4300.793">7232 8943 0,'-18'0'94,"18"18"-78,0-1-16,0 1 15,0-1-15,0 36 16,0 0-1,0-35 1,0 0 0,-17 17-1,17-18 17,0 1-17,0 0 1,0-1-1,-18 1 1,18 0 0,0-1 46</inkml:trace>
  <inkml:trace contextRef="#ctx0" brushRef="#br0" timeOffset="11326.725">1570 2734 0,'0'18'0,"0"-1"15,17-17 1,36 0-1,-35 0-15,88 0 16,-71 0-16,194 0 16,18 0-1,-53 0 1,-141 0 0,-35 0-1,0 0 16,-1 0-31,1 0 16,0 0-16,-1 0 16,1 0-16,-1 0 140,1 0-124,0 0 15,-1 0-15,1 0-1,0 0 1,-1 0 0,1 0-1,0 0 32</inkml:trace>
  <inkml:trace contextRef="#ctx0" brushRef="#br0" timeOffset="16012.374">3545 8978 0,'36'0'47,"-19"0"-31,1 0-16,53 0 15,-36 0-15,176-17 16,72 17 0,-89 0-1,-88 0 1,-71 0-1,-53 0 314,1 0-329,-19 0 15,19 0-15,-72 0 16,-105-36-1,18 1 1,123 17 0,35 18-1</inkml:trace>
  <inkml:trace contextRef="#ctx0" brushRef="#br0" timeOffset="17590.439">7250 8749 0,'17'0'63,"1"0"-63,35 0 0,0 0 15,-18 0-15,88 0 16,1 0 0,-54 0-1,-52 0 32,0 0-31,17 0-1,0 0-15,1 0 32,-19 0 15,1 0-47,-1 0 15,1 0 1,17 0-1,-17 0 1,0 0 125,-1 0-141,1 0 15</inkml:trace>
  <inkml:trace contextRef="#ctx0" brushRef="#br0" timeOffset="33976.433">9102 13300 0</inkml:trace>
  <inkml:trace contextRef="#ctx0" brushRef="#br0" timeOffset="34830.914">9172 13194 0,'0'18'47,"0"-1"-31,0 1-16,0-1 16,0 19-1,0-19 1,0 19-1,0-19-15,0 19 16,0-1 0,0-18-16,0 19 15,0-19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19-07-22T13:59:00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7214 10795 0,'18'0'156,"0"0"-140,-1 0-1,1 0-15,17 0 16,18 0 0,-35 0-1,-1 0-15,54 0 16,-18 0-1,35 0 1,0 0 0,-17 0-1,-54 0-15,54 0 16,-36 0-16,89 0 16,17 0-1,-18 35 1,1 1-1,-1-19 17,142 36-17,-36-35 1,0-1 0,36 1-1,-124-18 1,-17 0-1,17 0 1,17 0 0,-16 0-1,-107 0-15,88 0 16,-35 0 0,-35 0-1,0 0 1,71 0 15,-36-18-15,18-17-1,-53 35 1,35-18 0,-18 1-1,36-18 1,-17-18-1,-19 35 1,-35-17 0,-17 17-1,53-17 1,-36 17 0,35-35-1,1 18 1,-36 17-1,-17 18-15,-1 0 16,1-17 78,0 17-79,-1 0-15,36 0 16,36 0 0,-72 0-16,36 0 15,0 0 1,-35 0 31,-1 0-16,19 0-15,-1 0-16,-18 0 15,1 0 1,0 0 0,35 0-1,-18 0 1,18 0-1,-36 0-15</inkml:trace>
  <inkml:trace contextRef="#ctx0" brushRef="#br0" timeOffset="7239.044">1393 12330 0,'18'0'218,"0"0"-218,-1 0 16,1 0-16,0 0 0,105 0 63,36 0-17,35 0 1,-159 0-31,0 0 0,-17 0-16,0 0 15,-1 0 1,19 0-1,-1 0 1,-17 0 15,34 0-15,-34 0 0,0 0-1,-1 0 1,1 0-1,0 0-15,17 0 16,0 0 15,-17 0 157,0 0-173,-1 0-15,1 0 16,-1 0 0</inkml:trace>
  <inkml:trace contextRef="#ctx0" brushRef="#br0" timeOffset="11898.015">1817 13917 0,'17'0'94,"19"0"-79,-1 0-15,53 0 16,-53 0-16,212 0 31,265 0 16,-336 0-16,36 0 32,264 0-16,-352 0-16,-107 0 0</inkml:trace>
  <inkml:trace contextRef="#ctx0" brushRef="#br0" timeOffset="14463.286">2769 14640 0,'18'0'141,"0"0"-126,-1 0-15,1 0 16,-1 0 0,36 0-1,-17 0 1,-19 0 0,1 0-1,17 0 1,18 0-1,0 0 1,-35 0-16,17 0 16,-17 0-1,17 0 1,0 0 0,18 0-1,0 0 1,0 0-1,0 0 1,-18 0 0,-17 0-16,17-17 15,-17 17 1,35 0 0,17 0-1,-52 0-15,17 0 16,0 0-1,-17 0 32,17 0-47,-17 0 16,17 0 0,18 0-1,-35 0 1,-1 0 62</inkml:trace>
  <inkml:trace contextRef="#ctx0" brushRef="#br0" timeOffset="21243.805">6385 7056 0,'18'0'47,"17"0"-31,0 0-16,1 0 0,193 0 15,-158 0-15,176 0 16,-177 0-16,212 0 16,-70-53 15,-89 35-16,36 0 1,18-17 0,-36 17-1,35 18 1,18-17 0,35 17-1,-176 0-15,124 0 16,-36 0-1,-53 0 1,18 0 0,0 0-1,0 0 1,-71 0-16,88 0 16,-70 0-1,18 0 16,17 0-15,0 0 0,0 0-1,36 17 1,-71 19 0,-36-36-1,1 0 95,0 17-110,-1-17 15,1 0-15,17 18 16,0-18-1,18 18 1,-35-18-16,0 0 16,-1 0-1,19 17 17,-1 1-1</inkml:trace>
  <inkml:trace contextRef="#ctx0" brushRef="#br0" timeOffset="23559.027">13353 7108 0,'17'0'63,"36"0"-48,0 0-15,0 0 0,18 0 0,211 0 16,0-17 0,-53 17 15,-88 0-16,36 0 1,52 0 0,0-35-1,-87 35 1,-107 0 0,35-18-1,1 18 1,-36 0-16,106 0 15,0 0 1,18 0 0,-53 0-1,-35 0 1,-54 0 15,1 0-15,35 0-1,35 0 1,0 0 0,36 0-1,-71 18 1,17-1 0,36 1-1,35-1 1,-106-17-16,106 18 15,1 17 1,-72-35 0,-35 0-1,-17 0 32,0 0-31,17 0-16,35 0 31,-17 0-15,-35 0-16,17 0 15,1 18 1,-19-18 0,1 0-1,0 0 1,34 0-1,54 0 1,18 0 0,-89 0-16,53 0 15,-53 0 1,-17 0 15,0 0-15,-1 0-1,1 0 1,17 0 0,18 0-1,-35 0 1,0 0-16,17 0 16,0 0-1,0-18 1,-17 18 15,0 0-15,35 0-1,-18 0-15,71-17 16,-1-1 0,-34 0 15,-36 18-16</inkml:trace>
  <inkml:trace contextRef="#ctx0" brushRef="#br0" timeOffset="27366.243">5168 7761 0,'18'0'78,"-1"0"-78,1 0 15,0 0-15,-1 0 16,1 0 0,0 0-1,-1 0 1,1 0 0,35 0-1,35 0 1,0 18-1,0-18 1,-52 0 0,-19 17 46,1-17-46,0 0-1,-1 0 1,1 0 0,17 0-1,0 0 17,-17 0 77,0 0 78,-1 0-171,1 0 0,0 0-1,-1 0 32,1 0-47,0 0 31,17 0-15,18 0 0,-36 0-1,19 0 1,-19 0 0,1 0-1,0 0 1,-1 0-16,1 0 31,0 0-15,17 0-1,0 0 1,0 18 0,-17-18-1,17 18 16,-17-18-15,0 0 0,-1 0-1,1 0 1,-1 0 0,1 0-1,0 17 1,-1-17-1,19 0 1,-1 0 0,0 18-1</inkml:trace>
  <inkml:trace contextRef="#ctx0" brushRef="#br0" timeOffset="29528.819">8678 7796 0,'36'0'94,"-1"0"-94,0 0 0,230 0 31,-54-17-15,-87-1 0,-89 18-16,36 0 15,17 0 1,-35 0 0,35 0-1,71 0 1,70 0-1,0 0 1,-70 0 0,-124 0-16,71 0 15,18 0 1,-1 0 0,1 0-1,-54 0 16,36 0-15,35 18 0,36-18-1,-1 35 1,-141-35-16,89 0 16,-71 18-1,17-18 1,36 17-1,0-17 1,-36 0 0,-34 0-1,-19 0 1,1 0 0,35 0-1,35 18 16,18-18-15,-88 0 0,-1 0-16,1 0 31,-1 0 0,19 0-15,-19 0-16,19 0 15,34 0 1,-35 18 0,1-18-1,34 0 1,-34 0 0,-19 0 15,36 0-16,-35 0 1,123 0 0,88 0-1,-123 0 1,-88 0 15,-1 0 63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19-07-22T13:59:45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3087 7867 0,'0'0'0,"70"0"16,-34 0-16,17 0 0,52 18 15,125 17 1,-177-35-16,176 53 16,-35-18-1,-159-17-15,71-18 16,-71 17-16,142 1 16,52 0-1,89 17 1,-36 35-1,-53-34 1,0-19 15,-88-17-15,1 0 0,52 0-1,17 0 1,-70 0-1,-70 0 1,-36 0 0,0 0-16,18-17 15,71-19 1,-54 36-16,124-52 16,71-37-1,-18 54 1,-88-18-1,-89 18 1,-52 35 0,0-18-1,-1 18 1,54-17 0,-54 17-16,72-36 15,52 19 1,-18-1-1,-35 18 1,-17-18 0,-18 18-1,-18 0 1,0 0-16,1 0 16,-19-17-1,19 17 1,-19 0-16,54 0 15,-1 0 1,36 0 15,35 0-15,-17 0 0,-1 0-1,-105 0-15,52 0 16,-52 0-1,0 0 1,-1 0-16,1 0 16,17 0-1,18-18 1,0 18 0,-18 0-1,18 0 1,-35 0-1,0 0 64</inkml:trace>
  <inkml:trace contextRef="#ctx0" brushRef="#br0" timeOffset="14691.311">4233 9913 0,'18'-18'78,"-18"1"-62,35-1-16,106-35 16,159-35-1,53 17 1,-18 1 0,-264 52-16,158-70 15,-17 35 1,-1 36-1,-175 17-15,193-18 16,0 18 0,-52 0-1,-19 0 1,-52 0 15,35 0-15,18 0-1,35 0 1,-123 0-16,105 0 16,-17 0-1,-36 0 1,-52 0 0,-1 0-1,19 0 1,52 18-1,53 52 1,-36-17 0,19 18-1,-107-19 1,19 19 0,52 0 15,-88-19-16,-36-52 32,19 0-47,16 0 16,-34 0-16,88 0 16,-36 0-1,-34 0 1,-19 0-16,19 0 62,-19-17-46,1 17-16,17-18 16,-17 1-1,-1 17 1,19-18-1,17 0 1,-18 1 0,-17-1-1,-1 18 17,1-18-1,0 1-16</inkml:trace>
  <inkml:trace contextRef="#ctx0" brushRef="#br0" timeOffset="24409.027">2293 7003 0,'18'0'109,"-1"0"-93,1 0-16,17 0 15,71 17 1,53-17 0,-124 0-16,106 0 15,0 0 1,-123 0 0,17 0-1,1 0 16,34 0-15,1 0 0,34 0-1,-34 0 1,0 0 0,-54 0-16,89 0 15,-35 0 1,17 0-1,-53-17 1,-17 17 0,-1 0 281,1 0-282,0-18-15,-1 18 94,1 0-78,0 0-16,17-18 15,-18 18 1,1 0 156,0 0-157,17-17-15,0 17 16,1 0 0,-19 0-1,1 0 1,35 0-1,0-18 1,-18 18 0,-17 0-1</inkml:trace>
  <inkml:trace contextRef="#ctx0" brushRef="#br0" timeOffset="62250.21">7108 6967 0,'18'0'15,"0"18"48,-1-18-63,1 0 15,0 0-15,-1 0 16,36 0 0,-18 0-1,36 0 1,-53 0-16,52 0 16,1 0-1,-36 0 1,0 0-1,-17 0 1,0 0 0,17 0-1,-17 0 1,-1 0 0,1 0-1,-1 0 1,19 0 15,-19 0-31,1 0 16,0 0-1,17 0 1,-17 0 0,-1 0-1,1 0 1,-1 0 93</inkml:trace>
  <inkml:trace contextRef="#ctx0" brushRef="#br0" timeOffset="65884.152">2787 6985 0,'0'0'0,"-18"0"0,1 0 15,-1 0 1,-17 0-16,-18-18 16,35 18-16,-52-17 15,-1-1 1,53 18-1,-52-53 1,17 0 0,-18 0-1,18-17 1,-35 17 0,18 18-1,17-1 16,35 19-15,18-1 0,0-70-1,0 0 1,0 35 0,0 0-1,0 18 1,0 17-1,0 0-15,18-17 16,52-36 0,-17 18-1,18 1 1,35-19 0,52 36-1,-52 17 1,53 18 15,0 0-15,-106 0-16,88 0 15,-88 0 1,-18 0 0,53 18-1,18 35 1,53 0-1,-89-18 1,-52-35-16,53 17 16,-54 1-16,18 0 15,36 17 1,0 18 0,-36-35-1,18 17 16,-36-17-15,1 17 15,17 0-15,-35 36 0,0-54-16,18 54 15,-18 35 1,0-53-1,18-1 1,-18-16 0,17-19-1,-17 1 1,0 0 0,0 35-1,0-36 1,0 19 15</inkml:trace>
  <inkml:trace contextRef="#ctx0" brushRef="#br0" timeOffset="67183.981">5574 7108 0,'-18'-17'0,"18"-1"16,-17 1-16,-72-72 47,72 72-47,-54-195 62,54 18-15,17 106-31,0 70-16,17-35 15,36-17 1,-18 17 0,18 0-1,36 18 1,34-36 0,-88 53-1,89-35-15,-54 36 31,-52 17-31,-18-18 16,18 18 0,-1 0 15,18 0-15,1 0-16,-1 0 15,36 18 1,-18 35-1,35 17 1,-53-34-16,18-1 16,0 53-1,35-17 1,-35-1 0,-35-35-1,17-17 16,0 17-15,-17-17 0,-18 17-1,0 18 1,0 0 0,0 35-1,0-17 1,0-18-1,0-18 1,0-17 0,0-1-1,0 1 48,0 0-48,0-1 1,0 19 0,0-19-1</inkml:trace>
  <inkml:trace contextRef="#ctx0" brushRef="#br0" timeOffset="68162.47">5609 7179 0,'18'0'47,"-1"0"-47,1 0 0,17 0 0,54 0 15,69-35 1,1 35 15,-18 0-15,-35 0-1,-71-18 1,-17 18 0,0 0-1,-1 0 1,1 0-1,-1-18 1,1 1 62,0 17-78,-1-18 16,1 18-16,0 0 15,-1-17 1,1-1 0</inkml:trace>
  <inkml:trace contextRef="#ctx0" brushRef="#br0" timeOffset="73301.937">4004 5133 0,'-18'0'62,"1"35"-62,17 18 16,-18 35 0,0 0-1,-17-17 1,18-53-16,-1 17 15,0 18 1,1-18 0,17-17 77,0-1 48,-18-17-125,0 36-16,1-19 0,-1 54 15,0-53 17,18 17 108,0-18-140,0 1 0,0 0 16,0-1 93,-17 1-93,17 0-16,0-1 15,0 19 1,0-19 0,-18 1-16</inkml:trace>
  <inkml:trace contextRef="#ctx0" brushRef="#br0" timeOffset="74307.701">3634 5768 0,'0'18'78,"0"-1"-62,0 1-16,17 35 15,1-18 1,-18-17 0,0-1 30,18 1-30,-1 0 15,-17-1 157,18-17-173,-1 0-15,36 0 16,18-35 0,-18 0-1,-18-1 1,-17 19 0,-1-1-1</inkml:trace>
  <inkml:trace contextRef="#ctx0" brushRef="#br0" timeOffset="81830.07">8890 4868 0,'18'0'125,"-1"0"-94,1 0-15,0 0-16,17 0 15,0 0 1,-17 0 15,52 0-15,-34-35-1,-19 17 1,18 1 0,-35-1-1,18 0 1,0 1-1,-1 17 1,1-18 0,0-17-1,-18 17-15,17 1 16,-17-19 0,18 1-1,0-35 1,-1 34-1,-17 19 1,0-1 15,0 0 94,18 18-93,-18-17-1,0-1-16,0 0 1,0 1 0,18-1-1,-18 1 1,0-1 46,0 0-30,0 1-17,17-1 1,-17 0 62,0 1 0,0-1-62,0 0-16,0 1 15,0-19 1189,0 19-1204,18-1 15,-1 1 1,-17-1-1,18-17 1,0 17 0,-18 0-1,17-17 1,1 0 0,0 0-1,-18 17 1,0-17-1,17-18 1,1 53 0,0-36 15,-1-34-15,1 35-1,-18 17 1,0-35-1,17 18 1,-17 17 0,18 0-1,-18 1 1,0-1 0,0-17-1,0 17 1,0 1 15,18-1-31,-18-17 16,17-1 15,1 1-15,-18 18-1,0-1 1,0 0 62,0 1-47,0-1 641,18 0-656,-1-17-1,-17 17 1,18 1 0,-18-1 62,0 1-63,18-1 1,-18 0-16,17 1 16,1-1-1,-1 0 1,1 1 78,0-1-79,-18 0 63,17 1-46,1-1 30,0 18 1,-1 0-32,1 0-16,0-18 17,-1 18 61,1 0 1,0 0-63,-1 0 16,1 0 31</inkml:trace>
  <inkml:trace contextRef="#ctx0" brushRef="#br0" timeOffset="87545.344">10089 2840 0,'18'0'125,"0"0"-109,-1 0 0,1 0-1,0 0 1,-1 0 31,1 0-32,0 0 1,-1 17 0,1-17-1,-1 0 1,1 0-1,35 0 1,-18 0 15,-17 0-15,0 0 15,-1 0-15,36 18-1,0 0 1,-35-18-16,17 0 16,-17 0-1,17 0 1,-17 0 0,17 0-1,0 0 1,18 0-1,-35 0 1,17 0 15,-17 0 1,34 0-17,1 0 1,0 0-1,-35 0-15,17 0 16,-17 0 0,-1 0 15,19 0-15,-19 0-16,54 0 15,0 0 1,-19 0-1,-16 0 1,-19 0 15,1 0 1,0 0-1,-1 0-16,1 0 1,0 0 0,17 0-1,0 0 1,-17 0 0,-1-18 15,1 18-16,0 0-15,52 0 16,-17 0 15,0-18-15,-35 18 0,-1 0 202,1 0-202,0 0 0,-1 0-1,1-17 32,0 17 687,-1 0-702,1 0 77,-1 0-78,1 0 32,0 0-48,-1 17 64,-17 1 14,18 0-46,0-1-16,-1 1 48,1 0-17,0-18-31,-1 17 1,-17 1 14,0 0-30,0-1 15,0 1 1,18 0 61,-18-1-46,0 1-31,0-1-1,17 1 17,-17 0 15,18 17-1,0 0 17,-18 1-16,0-19 156,0 1-187,0-1-16,0 1 15,0 0 63,0-1 63,0 1-125,0 0 62,0-1 219,0 1-266,0 0-16</inkml:trace>
  <inkml:trace contextRef="#ctx0" brushRef="#br0" timeOffset="89698.43">12224 3440 0,'0'17'78,"0"1"-62,0 17-16,0-17 15,0 70 1,0-70-16,35 70 16,-35-53-1,0 18 1,18 0 0,-18-18-1,17 18 1,-17-35-1,18 52 1,-18-52 0,0 0-16,18-18 15,-18 35 17,17-18-17,-17 1 1,18 17-1,-1 1 1,-17-19 0,18 1-1,-18 17 1,0 1 0,18-19-1,-18 1 1,17 17-1,-17-17 1,0-1 0,18 19 15,0-19 0,-18 1-15,0 0-1,17 17 1,-17-18-16,18 1 16,-18 0 202,18-1-202,-18 1-16,0 17 16,35 18-1,-17-18 32,-1-17 47,1 0-78,-1-1 15,1 1 31,0 0-30,-1-1 46,1 1-78,0 0 15,-1-18 17,1 0 30,0 0-15,-1 17-16,1-17 32,-1 0-63,1 0 15,0 0 1,-1 0 31</inkml:trace>
  <inkml:trace contextRef="#ctx0" brushRef="#br0" timeOffset="92146.098">4727 7937 0,'35'0'79,"1"0"-64,-1 0-15,335 0 47,-352 0-47,53 0 16,-36 0-1,35 0 1,-17 0 0,53 0-1,35 0 1,-105 0-16,105 0 15,-35 0 1,-18 0 0,-53 0-1,-17 0 48,-1 0-48,1 0 17,0 0 30,-1 0-46,1 0-1,0 0-15,-1 0 16,18 0 0,1 0 93,-19 0-62,1 0-31,0 0-1,-1 0 1,1 0 31,0 0-32</inkml:trace>
  <inkml:trace contextRef="#ctx0" brushRef="#br0" timeOffset="97180.464">8908 4639 0,'-18'18'47,"18"-1"-47,0 1 15,0 0-15,0 34 16,0 37 0,0-1-1,0-70-15,0 17 16,0 18 15,0 0-15,0-36-1,0 19 1,0 16 0,0 1-1,0-17 1,0-19 0,0 1-1,0 52 1,0-52-1,0 0 17,0-1-1,18 1-15,-1 17-1,-17-17-15</inkml:trace>
  <inkml:trace contextRef="#ctx0" brushRef="#br0" timeOffset="98962.44">10089 2769 0,'0'18'125,"18"0"-125,-18-1 16,0 71-16,0 54 15,0-107 1,0 88-1,0 1 1,0 17 0,0 18-1,0 17 1,0-35 0,0 0-1,0-88 1,0 18-1,0-36 1,0 0-16,0 36 16,0 17-1,0-53 17,0 53-32,0 1 31,0-1-16,0 18 1,0-18 0,18-35-1,-1 35 1,-17-70-16,18 70 16,-18-18-1,18 1 1,-1-18-1,1 0 1,-18-18 0,0-17-1</inkml:trace>
  <inkml:trace contextRef="#ctx0" brushRef="#br0" timeOffset="99751.837">9225 5574 0,'18'0'47,"-1"0"-47,19 0 0,105-35 15,-35 17 1,-71 18 0,-17 0 109</inkml:trace>
  <inkml:trace contextRef="#ctx0" brushRef="#br0" timeOffset="100412.953">9631 5644 0,'0'0'0,"0"18"15,0 0-15,0-1 16,0 19 0,-18-1 15,18 35-16,-17 1 1,17-18 0,0-35-1,0-1 1,0 1 0,0-1-1,0 1 1,0 0-1</inkml:trace>
  <inkml:trace contextRef="#ctx0" brushRef="#br0" timeOffset="100912.03">10001 5592 0,'0'35'31,"0"-18"-31,0 19 16,-53 87 0,36-88-16,-36 71 15,17-70 1,19 16 0,17-34-1,-18 0 1</inkml:trace>
  <inkml:trace contextRef="#ctx0" brushRef="#br0" timeOffset="101443.974">10160 5627 0,'18'17'16,"-18"1"-16,0 35 0,0 35 15,0 106 32,0-176-47,0 88 31,0 70 16,0-88 0</inkml:trace>
  <inkml:trace contextRef="#ctx0" brushRef="#br0" timeOffset="102221.699">9948 5944 0,'0'-17'31,"0"-1"16,18 18-47,0-18 15,17 1 1,-17 17 0,-1 0 31,1 0-32,-1 0-15,19 0 16,-19 0-1</inkml:trace>
  <inkml:trace contextRef="#ctx0" brushRef="#br0" timeOffset="104640.183">4851 7832 0,'17'0'16,"1"0"-16,0 0 16,-1 0-16,160 0 15,-89 0-15,176 0 16,107 0 0,-301 0-1,124 0-15,-158 0 16,87 0-1,-105 0 79</inkml:trace>
  <inkml:trace contextRef="#ctx0" brushRef="#br0" timeOffset="106080.14">11836 3016 0,'0'18'47,"0"0"-47,0-1 15,17 18-15,-17 1 0,0 87 16,18 177 0,0 141-1,17 35 1,-35-158 0,18-107-1,-18-193 1,0 0 15,0-1-15</inkml:trace>
  <inkml:trace contextRef="#ctx0" brushRef="#br0" timeOffset="106601.727">12823 4780 0,'0'0'0,"18"35"0,-18 36 15,18 70 32,-18-35-16,0-88-15,0 34 0,0 1-1</inkml:trace>
  <inkml:trace contextRef="#ctx0" brushRef="#br0" timeOffset="108013.187">10672 2328 0,'0'-17'63,"0"-1"-47,17 18-1,1 0-15,35-18 16,-53 1-1,17-1 1,1 18 15,17-18-15,-17 18 0,0 0-1</inkml:trace>
  <inkml:trace contextRef="#ctx0" brushRef="#br0" timeOffset="108480.281">10866 2222 0,'0'18'31,"0"0"-15,0 52-1,0 19 1,-18-54-1,0 71 1,1-36 0,17-52-16,-18 52 15,18-52 1</inkml:trace>
  <inkml:trace contextRef="#ctx0" brushRef="#br0" timeOffset="109559.702">11060 2893 0,'0'0'0,"17"0"16,-17-18-16,18 0 15,35-105 1,-18-18 0,0-18-1,-17 106 1,-18 89 187,18-1-203,-18 0 0,0 0 16,17 36-1,-17-53-15,18 34 16,0-34 124,-1-36-124,1-17-16,52-71 16,-52 53-16,53-105 15,-19 87 1,-34 53 0,-18 54 93,18-1-93,-18 0-16,0 1 15,17 17-15,36 105 16,-53-140-1,18 70 1,-18-53 0,18-17-16</inkml:trace>
  <inkml:trace contextRef="#ctx0" brushRef="#br0" timeOffset="112677.068">5627 7126 0,'35'0'63,"0"0"-63,18 0 0,229 0 15,1 0 1,-1 0 0,-229 0-16,53-18 15</inkml:trace>
  <inkml:trace contextRef="#ctx0" brushRef="#br0" timeOffset="134196.035">8855 4904 0,'17'0'93,"1"0"-77,0 0 0,-1 0-16,1 0 15,0 0 1,-1 0-1,1 0-15,17 0 16,0 0 0,-17 0-1,0 0 63,-1-18-78,1 0 16,0 1-16,-1-19 16,18 19 15,-17-1-31,0 0 31,-18 1-15,35-36-1,-35 0 1,0 35-16,0-17 16,0 0-1,0 17 1,0 1 0,0-1-1,0 0 1,0-35-1</inkml:trace>
  <inkml:trace contextRef="#ctx0" brushRef="#br0" timeOffset="135256.538">9366 4357 0,'0'-18'16,"18"1"-16,-18-19 15,0-52 1,0 17 0,0-17-1,0 53-15,0-53 16,0 0-1,18 17 1,-1-17 0,-17 53-1,0-18 17,0 17-17,18-17 1,-18 18-1,17 18 1,-17-19 0,18 19-1,0-1 17</inkml:trace>
  <inkml:trace contextRef="#ctx0" brushRef="#br0" timeOffset="136541.173">9825 3052 0,'0'-18'31,"0"0"-16,0 1-15,0-1 16,0-35 0,0 18-1,0 17 17,17 18 46,1 0-78,0 0 15,-1 0 1,1 0 0,0 0 62,-1 0-63,1 0 1,0 0 0,-1 0 30,1 0-14</inkml:trace>
  <inkml:trace contextRef="#ctx0" brushRef="#br0" timeOffset="138265.906">9190 4180 0,'-18'0'0,"18"18"47,0 0-47,0-1 16,18 19-1,-18-1 1,0-17 0,0 34-1,0 1 1,0 0 15,0 0-15,0-18-1,17-17 1</inkml:trace>
  <inkml:trace contextRef="#ctx0" brushRef="#br0" timeOffset="139174.671">8872 4145 0,'18'0'0,"0"0"0,-1 0 16,-17 18 0,0-1-1,18 36 1,-18 18-1,0-1 1,0-52-16,18 70 16,-1-17-1,1-18 1,-18-36-16,0 1 47,0 0-32,0-1-15,0 1 32</inkml:trace>
  <inkml:trace contextRef="#ctx0" brushRef="#br0" timeOffset="140143.478">8661 3052 0,'17'17'46,"1"-17"-30,17 0-16,1 0 0,16 0 16,-16 0-16,70 0 15,-54 0 1,-34 0 0</inkml:trace>
  <inkml:trace contextRef="#ctx0" brushRef="#br0" timeOffset="140613.663">8978 3069 0,'0'0'0,"-17"35"15,-19 18 1,1 36 0,35-72-1,0 1 1,0 17 0,0-17-16,-18-1 15,18 54 1,-17-18-1,17 35 1,-18-17 0,18-54-1,0 1 95</inkml:trace>
  <inkml:trace contextRef="#ctx0" brushRef="#br0" timeOffset="141909.317">9155 3334 0,'0'17'172,"0"1"-156,0 0-1,0-1 1,0 1 0,0 0-1,0-1 1,0 1 15,17-1-31,-17 1 16,18 35 15,-18-18 78,0-17-77,0 0 15,0-1 15,0 1-46,-18-18 171,-35 0-187,36-18 0,-1 1 16,-17-1-1</inkml:trace>
  <inkml:trace contextRef="#ctx0" brushRef="#br0" timeOffset="142800.386">9172 3334 0,'0'-18'78,"18"0"-63,-1 18-15,1 0 16,0 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531112-B9CE-4B75-BE05-67B34C105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24FB4B-6DDC-40E4-B1F0-7F026AA32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CB3B5-BEA8-4221-AAB5-675C0415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A6327C-BBCA-48A2-BFB9-96120A3A4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9A0C6F-AC05-4638-A2D4-E6F09E9E0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542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0133A-2612-4C82-8D6E-96A23F06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1F1370-2528-4462-9E77-D64FBE3BD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4F44B0-B85B-418E-95B3-6A0CD5CD5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1442D5-C2FD-4845-B0BF-369A3533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DEE77-8A2C-4549-B742-E1B1D5B6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74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D1C2A-473B-4B47-A071-98FB1AC8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018705-5A62-4B9E-92A7-F84D03BD9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620266-D552-45A3-B6BE-1FAD9C7EA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713EA-E485-4AB1-BAAF-FC6FB712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38B0CF-33AE-4562-BE6B-56D7BF46B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43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0E39D-EB35-4137-8477-020684EF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922DAC-E3CF-4505-972F-9147687D0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DE3742-0168-4BFC-870B-50608B88C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2220-3762-474B-A3B7-0B07CC5D8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8FD40A-BDC4-4AD1-A613-4A742DC6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5B7062-B9ED-444A-B53B-91A4FA6C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96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15C41-FEA5-4C79-B20A-69A4DDBF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A2231-C67A-45EF-AA25-8F0DA1CF0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32472B-5085-45E7-9A26-04110B575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091E1AE-2D71-41A6-940F-ACA393823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82986D-22E9-48A3-B6CE-C0F78A7E70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01A231-6D07-4C05-B718-28B1569CF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53EEE04-BFD5-430A-946A-F9A0F6366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10A6467-3CD9-49DC-9E65-99BE5299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402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83035-B083-4C67-B23D-7F34035E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27C1D4-9CF4-4CEB-A5FC-98B8D12F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EABE1BC-6445-4CF6-B603-4D457F40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1D586A-8388-42E0-927E-6EFE44BA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23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A205ED-DA70-4B17-B1E9-8A95B3F59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3A59266-A994-4729-A12A-6758671C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471D9C-04DF-474E-AE73-6A16A698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93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61093-E668-45F3-B19F-D43CD0D94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8035A7-1100-4D31-8A5E-2717822A0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FF0BC-8928-42C0-A828-EFC59F642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61A376-61D4-4250-957D-A63B1EEBD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3580B7-D805-4DD0-B162-FBAECD4A4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F6783B-199A-4579-A42C-369FBA86C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05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9A387-2FCA-48EB-9C75-A9B05EE72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EC8836-7137-4872-B636-04AB599F1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32BB5D-1EB9-45B5-8005-79A49F429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63130B-BB46-4716-8219-09D1CD2E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B62A30-B37B-40FE-85A5-E8ED5AF7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7BA235-37AB-40D1-BCA2-ECD4F963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103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E7F190-2C59-4D5B-BBD3-B6ABA4190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05D541-C904-46CD-B201-B52010CE5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EEB10E-C4EB-40FC-9090-DDB10E15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FA1368-0ECA-4E45-8315-453754EA2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28B516-9861-4344-B697-DE607B401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07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309F15F-297D-41AB-93F5-7E27D7C63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49DD6B-7BD7-4E22-A1A1-F9C760AF1B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BF61A-CAB0-4770-90C1-FA019ABD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83EF7-166F-4FAE-AB0A-DA6E96F49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A3644-2092-4FA5-B9ED-1BD7C90F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064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FCEECB-D93E-478E-BE0F-2108D111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23C7D4-5272-49E2-8CB7-D53DDCA27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222187-DE77-447D-80D6-E391BB791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C15F17-7500-474D-9F75-E592A855C940}" type="datetimeFigureOut">
              <a:rPr lang="zh-CN" altLang="en-US" smtClean="0"/>
              <a:t>2019/7/22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46C682-0077-4EC8-BAAD-64F19A0D1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1C0E4-2434-4F27-8BA2-409192AEB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1A034-FD17-4182-8827-81ECC980F4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58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直线插补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658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例程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直线插补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4161177" y="1264829"/>
            <a:ext cx="5264178" cy="4745287"/>
            <a:chOff x="4954157" y="912393"/>
            <a:chExt cx="5034491" cy="4583578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6" y="1348800"/>
              <a:ext cx="4549658" cy="414717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numCol="1" rtlCol="0">
              <a:spAutoFit/>
            </a:bodyPr>
            <a:lstStyle/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;******************** Set-up and Definitions ********************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; Coordinate system 1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 ALL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; Make sure all buffers are closed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#1-&gt;1638.4X //; 1 unit (cm) of X is 1000 counts of motor 1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  #2-&gt;1638.4Y //; 1 unit (cm) of Y is 1000 counts of motor 2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;******************** Motion Program Text ***********************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3 	    ; Open buffer for entry, Program #2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CLEAR       	    ; Erase existing contents of buffer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LINEAR 	    ; Blended linear interpolation move mode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INC 	    ; Incremental mode - moves specified by distance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TA 500 	    ; 1/2 sec (500 </a:t>
              </a:r>
              <a:r>
                <a:rPr lang="en-US" altLang="zh-CN" sz="105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msec</a:t>
              </a:r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acceleration time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TS 250 	    ; 1/4 sec in each half of S-curve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TM 2000 	    ; 2 sec move time (to start of </a:t>
              </a:r>
              <a:r>
                <a:rPr lang="en-US" altLang="zh-CN" sz="105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decel</a:t>
              </a:r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P1=1 	    ; Initialize a loop counter variable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WHILE (P1&lt;2)  ; Loop until condition is false (10 times)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X 10// Y 10	    ; Move X-axis 10 cm (=10,000 </a:t>
              </a:r>
              <a:r>
                <a:rPr lang="en-US" altLang="zh-CN" sz="105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) positive		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DWELL 500 	    ; Hold position for 1/2 sec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X -10 //Y -10	    ; Move X-axis back 10 cm negative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DWELL 500 	    ; Hold position for 1/2 sec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P1=P1+1 	    ; Increment loop counter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ENDWHILE 	    ; End of loop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COMMAND "END GATHER"  //COMMAND "ENDG" </a:t>
              </a:r>
            </a:p>
            <a:p>
              <a:r>
                <a:rPr lang="en-US" altLang="zh-CN" sz="105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                 ; Close buffer - end of program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：来自中级培训手册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A46B737-5C50-4C6E-91DB-ADB7F3B957BA}"/>
              </a:ext>
            </a:extLst>
          </p:cNvPr>
          <p:cNvGrpSpPr/>
          <p:nvPr/>
        </p:nvGrpSpPr>
        <p:grpSpPr>
          <a:xfrm>
            <a:off x="172299" y="3800582"/>
            <a:ext cx="3756599" cy="1384851"/>
            <a:chOff x="380825" y="2979197"/>
            <a:chExt cx="3756599" cy="138485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D9EEC67-7449-42BA-8638-B3DC41A46B2D}"/>
                </a:ext>
              </a:extLst>
            </p:cNvPr>
            <p:cNvSpPr txBox="1"/>
            <p:nvPr/>
          </p:nvSpPr>
          <p:spPr>
            <a:xfrm>
              <a:off x="380825" y="3340306"/>
              <a:ext cx="3652731" cy="1023742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拷贝右边例程到程序中，点击下载按钮，查看面板提示下载状态，输入 </a:t>
              </a: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B3 R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运行程序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22BAF7D2-FE3D-4715-B704-D1B97163BD6D}"/>
                </a:ext>
              </a:extLst>
            </p:cNvPr>
            <p:cNvSpPr/>
            <p:nvPr/>
          </p:nvSpPr>
          <p:spPr>
            <a:xfrm>
              <a:off x="3312211" y="2979197"/>
              <a:ext cx="825213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DF57EA2-07B3-4019-B20B-EB4B83B7C174}"/>
              </a:ext>
            </a:extLst>
          </p:cNvPr>
          <p:cNvGrpSpPr/>
          <p:nvPr/>
        </p:nvGrpSpPr>
        <p:grpSpPr>
          <a:xfrm>
            <a:off x="197296" y="1577929"/>
            <a:ext cx="3602735" cy="1619018"/>
            <a:chOff x="340258" y="1284256"/>
            <a:chExt cx="4092196" cy="119829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6BAAE3E-9B9E-49EE-9C75-88F263F95B21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8562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本例介绍了移动的增量和时间规范，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循环逻辑，使用变量，轴的缩放和简单的算法。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3FC51F30-EDA9-4E06-ADEA-2915E3C8694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82D42AD-9A31-42B1-9FBC-7426E33CD223}"/>
                </a:ext>
              </a:extLst>
            </p:cNvPr>
            <p:cNvSpPr/>
            <p:nvPr/>
          </p:nvSpPr>
          <p:spPr>
            <a:xfrm>
              <a:off x="340258" y="1284256"/>
              <a:ext cx="1258526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例程介绍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DC28CD1-A0D8-4975-B84A-64C8AAEAAE47}"/>
              </a:ext>
            </a:extLst>
          </p:cNvPr>
          <p:cNvSpPr/>
          <p:nvPr/>
        </p:nvSpPr>
        <p:spPr>
          <a:xfrm>
            <a:off x="172299" y="971606"/>
            <a:ext cx="85435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对PMAC 用户直线插补是最通用的方式. 直线插补轨迹包括加减速时间和运动时间.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297E2FCC-2F9E-4FE0-AFEA-D3227A72E551}"/>
                  </a:ext>
                </a:extLst>
              </p14:cNvPr>
              <p14:cNvContentPartPr/>
              <p14:nvPr/>
            </p14:nvContentPartPr>
            <p14:xfrm>
              <a:off x="3841920" y="2152800"/>
              <a:ext cx="1575000" cy="35308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297E2FCC-2F9E-4FE0-AFEA-D3227A72E5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32560" y="2143440"/>
                <a:ext cx="1593720" cy="354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4901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6A63E8-E1E3-49EB-970F-76E5145606CC}"/>
              </a:ext>
            </a:extLst>
          </p:cNvPr>
          <p:cNvSpPr txBox="1"/>
          <p:nvPr/>
        </p:nvSpPr>
        <p:spPr>
          <a:xfrm>
            <a:off x="314436" y="1209060"/>
            <a:ext cx="6849316" cy="3372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可用在线指令采集数据：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 GATHER  (DEF GAT)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准备采集数据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GATHER  (GAT)                    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开始采集过程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END GATHER (ENDG)            PMAC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的采集结束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在运动程序或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PLC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采集指令可如下使用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“DEFINE GATHER”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CMD”DEF GAT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“GATHER”        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CMD”GAT”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COMMAND “END GATHER”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CMD”ENDG”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7C5F79C-97C3-472B-8397-87BCFF5CC76C}"/>
              </a:ext>
            </a:extLst>
          </p:cNvPr>
          <p:cNvGrpSpPr/>
          <p:nvPr/>
        </p:nvGrpSpPr>
        <p:grpSpPr>
          <a:xfrm>
            <a:off x="314436" y="4522794"/>
            <a:ext cx="3749676" cy="2047366"/>
            <a:chOff x="387748" y="2979197"/>
            <a:chExt cx="3749676" cy="2047366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CDC38F8-D3B1-4D98-A194-F14332D9E963}"/>
                </a:ext>
              </a:extLst>
            </p:cNvPr>
            <p:cNvSpPr txBox="1"/>
            <p:nvPr/>
          </p:nvSpPr>
          <p:spPr>
            <a:xfrm>
              <a:off x="387748" y="3356490"/>
              <a:ext cx="3652731" cy="167007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拷贝右边例程到程序中，点击下载按钮，查看面板提示下载状态，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Terminal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DEF GAT 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定义采集缓冲区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GAT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14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&amp;1 B3 R  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运行程序，开始收集</a:t>
              </a:r>
              <a:endPara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程序收集完成后，打开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Plot</a:t>
              </a:r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作图如下页</a:t>
              </a:r>
              <a:endPara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8180A7F1-7C0D-4773-A270-C2959509AFAD}"/>
                </a:ext>
              </a:extLst>
            </p:cNvPr>
            <p:cNvSpPr/>
            <p:nvPr/>
          </p:nvSpPr>
          <p:spPr>
            <a:xfrm>
              <a:off x="3312211" y="2979197"/>
              <a:ext cx="825213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102BE00C-3EED-4B80-9932-8CDFB3409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40" y="1243426"/>
            <a:ext cx="3198346" cy="296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23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收集图像验证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38414D-6329-41F2-A0E3-A9E67CFDF9F6}"/>
              </a:ext>
            </a:extLst>
          </p:cNvPr>
          <p:cNvSpPr/>
          <p:nvPr/>
        </p:nvSpPr>
        <p:spPr>
          <a:xfrm>
            <a:off x="458445" y="751169"/>
            <a:ext cx="66381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TA 500 	    ; 1/2 sec (500 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msec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) acceleration time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TS 250 	    ; 1/4 sec in each half of S-curve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TM 2000 	    ; 2 sec move time (to start of </a:t>
            </a:r>
            <a:r>
              <a:rPr lang="en-US" altLang="zh-CN" sz="12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decel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DWELL 500 	    ; Hold position for 1/2 sec</a:t>
            </a: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4AFC07F-D753-48F2-9DAB-EA2775DAF2A3}"/>
              </a:ext>
            </a:extLst>
          </p:cNvPr>
          <p:cNvGrpSpPr/>
          <p:nvPr/>
        </p:nvGrpSpPr>
        <p:grpSpPr>
          <a:xfrm>
            <a:off x="458445" y="1646009"/>
            <a:ext cx="7000875" cy="5210175"/>
            <a:chOff x="458445" y="1646009"/>
            <a:chExt cx="7000875" cy="5210175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7538377-7524-49E5-97F6-333D9E2825A4}"/>
                </a:ext>
              </a:extLst>
            </p:cNvPr>
            <p:cNvGrpSpPr/>
            <p:nvPr/>
          </p:nvGrpSpPr>
          <p:grpSpPr>
            <a:xfrm>
              <a:off x="458445" y="1646009"/>
              <a:ext cx="7000875" cy="5210175"/>
              <a:chOff x="458445" y="1646009"/>
              <a:chExt cx="7000875" cy="5210175"/>
            </a:xfrm>
          </p:grpSpPr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9CA70315-96C3-40F7-9090-51551527A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8445" y="1646009"/>
                <a:ext cx="7000875" cy="5210175"/>
              </a:xfrm>
              <a:prstGeom prst="rect">
                <a:avLst/>
              </a:prstGeom>
            </p:spPr>
          </p:pic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87097EB0-C9DD-4A73-BFB3-637A4F6183DA}"/>
                  </a:ext>
                </a:extLst>
              </p:cNvPr>
              <p:cNvGrpSpPr/>
              <p:nvPr/>
            </p:nvGrpSpPr>
            <p:grpSpPr>
              <a:xfrm>
                <a:off x="1230922" y="2611315"/>
                <a:ext cx="2069122" cy="545124"/>
                <a:chOff x="1230922" y="2611315"/>
                <a:chExt cx="2069122" cy="545124"/>
              </a:xfrm>
            </p:grpSpPr>
            <p:cxnSp>
              <p:nvCxnSpPr>
                <p:cNvPr id="11" name="直接连接符 10">
                  <a:extLst>
                    <a:ext uri="{FF2B5EF4-FFF2-40B4-BE49-F238E27FC236}">
                      <a16:creationId xmlns:a16="http://schemas.microsoft.com/office/drawing/2014/main" id="{906DCC3D-7A99-4FFB-BBDD-B35F983E6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56238" y="2611315"/>
                  <a:ext cx="0" cy="54512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2D7F87BC-4075-49BD-894E-D167A8BDC5BD}"/>
                    </a:ext>
                  </a:extLst>
                </p:cNvPr>
                <p:cNvCxnSpPr/>
                <p:nvPr/>
              </p:nvCxnSpPr>
              <p:spPr>
                <a:xfrm flipV="1">
                  <a:off x="1230922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箭头连接符 13">
                  <a:extLst>
                    <a:ext uri="{FF2B5EF4-FFF2-40B4-BE49-F238E27FC236}">
                      <a16:creationId xmlns:a16="http://schemas.microsoft.com/office/drawing/2014/main" id="{2E070052-7C76-449A-8183-41C01416B2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39715" y="2857500"/>
                  <a:ext cx="342900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6F01BFEB-C8EC-42EF-A405-76C28F087C0B}"/>
                    </a:ext>
                  </a:extLst>
                </p:cNvPr>
                <p:cNvCxnSpPr/>
                <p:nvPr/>
              </p:nvCxnSpPr>
              <p:spPr>
                <a:xfrm flipV="1">
                  <a:off x="2939561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7C8BEFE2-3FDF-48CD-AED3-B756863773C1}"/>
                    </a:ext>
                  </a:extLst>
                </p:cNvPr>
                <p:cNvCxnSpPr/>
                <p:nvPr/>
              </p:nvCxnSpPr>
              <p:spPr>
                <a:xfrm flipV="1">
                  <a:off x="2614245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箭头连接符 21">
                  <a:extLst>
                    <a:ext uri="{FF2B5EF4-FFF2-40B4-BE49-F238E27FC236}">
                      <a16:creationId xmlns:a16="http://schemas.microsoft.com/office/drawing/2014/main" id="{D68F3724-F4AB-4AED-84A5-61C6B6CD57C5}"/>
                    </a:ext>
                  </a:extLst>
                </p:cNvPr>
                <p:cNvCxnSpPr/>
                <p:nvPr/>
              </p:nvCxnSpPr>
              <p:spPr>
                <a:xfrm>
                  <a:off x="2623038" y="2857500"/>
                  <a:ext cx="316523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772524C7-6BF3-409D-BDDC-ED52DBC1D271}"/>
                    </a:ext>
                  </a:extLst>
                </p:cNvPr>
                <p:cNvCxnSpPr/>
                <p:nvPr/>
              </p:nvCxnSpPr>
              <p:spPr>
                <a:xfrm flipV="1">
                  <a:off x="3300044" y="2611315"/>
                  <a:ext cx="0" cy="545123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2DB0AFA5-1844-4BAF-95A4-D58FC85DFDC2}"/>
                    </a:ext>
                  </a:extLst>
                </p:cNvPr>
                <p:cNvCxnSpPr/>
                <p:nvPr/>
              </p:nvCxnSpPr>
              <p:spPr>
                <a:xfrm>
                  <a:off x="2983521" y="2857500"/>
                  <a:ext cx="316523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8BFAA2DE-619F-4305-A2FD-7A66A4A24B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82615" y="2857500"/>
                  <a:ext cx="1040423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8656360-FF60-437B-83BA-133A0A6AEAB5}"/>
                </a:ext>
              </a:extLst>
            </p:cNvPr>
            <p:cNvSpPr/>
            <p:nvPr/>
          </p:nvSpPr>
          <p:spPr>
            <a:xfrm>
              <a:off x="1147398" y="2390842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2</a:t>
              </a:r>
              <a:r>
                <a:rPr lang="zh-CN" altLang="en-US" sz="1200" dirty="0"/>
                <a:t>*</a:t>
              </a:r>
              <a:r>
                <a:rPr lang="en-US" altLang="zh-CN" sz="1200" dirty="0"/>
                <a:t>TS</a:t>
              </a:r>
              <a:endParaRPr lang="zh-CN" altLang="en-US" sz="1200" dirty="0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E3EEE54-F234-4261-A196-F8DD2831CD61}"/>
                </a:ext>
              </a:extLst>
            </p:cNvPr>
            <p:cNvSpPr/>
            <p:nvPr/>
          </p:nvSpPr>
          <p:spPr>
            <a:xfrm>
              <a:off x="1844926" y="2400976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TM</a:t>
              </a:r>
              <a:endParaRPr lang="zh-CN" altLang="en-US" sz="1200" dirty="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CFD87C0-624E-4C7C-844B-3BCEC5C63483}"/>
                </a:ext>
              </a:extLst>
            </p:cNvPr>
            <p:cNvSpPr/>
            <p:nvPr/>
          </p:nvSpPr>
          <p:spPr>
            <a:xfrm>
              <a:off x="2517532" y="2400976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/>
                <a:t>2</a:t>
              </a:r>
              <a:r>
                <a:rPr lang="zh-CN" altLang="en-US" sz="1200" dirty="0"/>
                <a:t>*</a:t>
              </a:r>
              <a:r>
                <a:rPr lang="en-US" altLang="zh-CN" sz="1200" dirty="0"/>
                <a:t>Ts</a:t>
              </a:r>
              <a:endParaRPr lang="zh-CN" altLang="en-US" sz="1200" dirty="0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43FC7B74-400B-46A8-81EE-7C51A15F421B}"/>
                </a:ext>
              </a:extLst>
            </p:cNvPr>
            <p:cNvSpPr/>
            <p:nvPr/>
          </p:nvSpPr>
          <p:spPr>
            <a:xfrm>
              <a:off x="3067530" y="2386046"/>
              <a:ext cx="527533" cy="266420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/>
                <a:t>DWELL</a:t>
              </a:r>
              <a:endParaRPr lang="zh-CN" altLang="en-US" sz="800" dirty="0"/>
            </a:p>
          </p:txBody>
        </p:sp>
      </p:grp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121467E9-7043-4BE2-9C69-D5A888B3F818}"/>
              </a:ext>
            </a:extLst>
          </p:cNvPr>
          <p:cNvCxnSpPr>
            <a:cxnSpLocks/>
          </p:cNvCxnSpPr>
          <p:nvPr/>
        </p:nvCxnSpPr>
        <p:spPr>
          <a:xfrm flipV="1">
            <a:off x="3300044" y="6311060"/>
            <a:ext cx="0" cy="545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E1BCB84-C0BB-4A78-AAEE-81A097ED00BB}"/>
              </a:ext>
            </a:extLst>
          </p:cNvPr>
          <p:cNvCxnSpPr>
            <a:cxnSpLocks/>
          </p:cNvCxnSpPr>
          <p:nvPr/>
        </p:nvCxnSpPr>
        <p:spPr>
          <a:xfrm flipV="1">
            <a:off x="1230922" y="6428291"/>
            <a:ext cx="0" cy="545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4D002E55-CB31-4614-BA6D-F4809711FA6D}"/>
              </a:ext>
            </a:extLst>
          </p:cNvPr>
          <p:cNvCxnSpPr>
            <a:cxnSpLocks/>
          </p:cNvCxnSpPr>
          <p:nvPr/>
        </p:nvCxnSpPr>
        <p:spPr>
          <a:xfrm>
            <a:off x="1239715" y="6551383"/>
            <a:ext cx="20603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B9C8174C-90EB-4EE7-8779-212C20CC6E81}"/>
              </a:ext>
            </a:extLst>
          </p:cNvPr>
          <p:cNvSpPr/>
          <p:nvPr/>
        </p:nvSpPr>
        <p:spPr>
          <a:xfrm>
            <a:off x="1989999" y="6210370"/>
            <a:ext cx="527533" cy="2664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3S</a:t>
            </a:r>
            <a:endParaRPr lang="zh-CN" alt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FDA66FF6-C173-40FE-99DB-D38352B9130E}"/>
                  </a:ext>
                </a:extLst>
              </p14:cNvPr>
              <p14:cNvContentPartPr/>
              <p14:nvPr/>
            </p14:nvContentPartPr>
            <p14:xfrm>
              <a:off x="476280" y="984240"/>
              <a:ext cx="2826000" cy="388008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FDA66FF6-C173-40FE-99DB-D38352B913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920" y="974880"/>
                <a:ext cx="2844720" cy="389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504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圆弧插补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9B3D153-8EDE-4684-A195-062498B3A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24900"/>
              </p:ext>
            </p:extLst>
          </p:nvPr>
        </p:nvGraphicFramePr>
        <p:xfrm>
          <a:off x="3453354" y="4659678"/>
          <a:ext cx="5618285" cy="1034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8585">
                  <a:extLst>
                    <a:ext uri="{9D8B030D-6E8A-4147-A177-3AD203B41FA5}">
                      <a16:colId xmlns:a16="http://schemas.microsoft.com/office/drawing/2014/main" val="515959649"/>
                    </a:ext>
                  </a:extLst>
                </a:gridCol>
                <a:gridCol w="1577019">
                  <a:extLst>
                    <a:ext uri="{9D8B030D-6E8A-4147-A177-3AD203B41FA5}">
                      <a16:colId xmlns:a16="http://schemas.microsoft.com/office/drawing/2014/main" val="1756676298"/>
                    </a:ext>
                  </a:extLst>
                </a:gridCol>
                <a:gridCol w="1220261">
                  <a:extLst>
                    <a:ext uri="{9D8B030D-6E8A-4147-A177-3AD203B41FA5}">
                      <a16:colId xmlns:a16="http://schemas.microsoft.com/office/drawing/2014/main" val="3238494751"/>
                    </a:ext>
                  </a:extLst>
                </a:gridCol>
                <a:gridCol w="892420">
                  <a:extLst>
                    <a:ext uri="{9D8B030D-6E8A-4147-A177-3AD203B41FA5}">
                      <a16:colId xmlns:a16="http://schemas.microsoft.com/office/drawing/2014/main" val="2540605889"/>
                    </a:ext>
                  </a:extLst>
                </a:gridCol>
              </a:tblGrid>
              <a:tr h="3762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246497"/>
                  </a:ext>
                </a:extLst>
              </a:tr>
              <a:tr h="6584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16-8 </a:t>
                      </a:r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圆弧混合运动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圆弧插补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  <a:endParaRPr lang="zh-CN" altLang="en-US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096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877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314436" y="1230727"/>
            <a:ext cx="5196254" cy="1108495"/>
            <a:chOff x="340258" y="1284256"/>
            <a:chExt cx="4092196" cy="82043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478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分段模式下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的一般设定值为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到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毫秒。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的值越小，与真实曲线的契合度就越高，但是，运动所需计算越多，后台任务可用的就越少。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号电机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I5113=10//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推荐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2222094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Isx13 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坐标系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 </a:t>
              </a:r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分段时间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8D0D2F-4E19-42E3-97EF-7A5DE04028B0}"/>
              </a:ext>
            </a:extLst>
          </p:cNvPr>
          <p:cNvGrpSpPr/>
          <p:nvPr/>
        </p:nvGrpSpPr>
        <p:grpSpPr>
          <a:xfrm>
            <a:off x="330391" y="2383573"/>
            <a:ext cx="5196254" cy="739163"/>
            <a:chOff x="340258" y="1284256"/>
            <a:chExt cx="4092196" cy="547083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E802499-E921-41CE-872A-8552E7511086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050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要指定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XY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平面上的圆弧，命令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NORMAL K-1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（等价于机床代码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G17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654683FE-7D7C-4674-BB6F-3029B501239D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03585ED7-4B41-402C-83D9-22CC5D39F595}"/>
                </a:ext>
              </a:extLst>
            </p:cNvPr>
            <p:cNvSpPr/>
            <p:nvPr/>
          </p:nvSpPr>
          <p:spPr>
            <a:xfrm>
              <a:off x="340258" y="1284256"/>
              <a:ext cx="1236151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指定插补平面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E4FEF12-D624-4266-B3ED-790ED2FE6E29}"/>
              </a:ext>
            </a:extLst>
          </p:cNvPr>
          <p:cNvGrpSpPr/>
          <p:nvPr/>
        </p:nvGrpSpPr>
        <p:grpSpPr>
          <a:xfrm>
            <a:off x="338368" y="3351753"/>
            <a:ext cx="5196254" cy="923828"/>
            <a:chOff x="340258" y="1284256"/>
            <a:chExt cx="4092196" cy="683761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3AD2C32-0233-4E2A-A2F8-0D2F3A46C1D5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341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CIRCLE1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用于顺时针圆弧（等价于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G02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）或者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CIRCLE2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用于逆时针圆弧（等价于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G03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3E8F2EB4-5431-47D3-9664-7109449DD289}"/>
                </a:ext>
              </a:extLst>
            </p:cNvPr>
            <p:cNvCxnSpPr/>
            <p:nvPr/>
          </p:nvCxnSpPr>
          <p:spPr>
            <a:xfrm>
              <a:off x="482287" y="1653588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F225D14-DE81-4DFC-864E-2FB2AF897947}"/>
                </a:ext>
              </a:extLst>
            </p:cNvPr>
            <p:cNvSpPr/>
            <p:nvPr/>
          </p:nvSpPr>
          <p:spPr>
            <a:xfrm>
              <a:off x="340258" y="1284256"/>
              <a:ext cx="872578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圆弧方向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5636A856-1A7C-4000-9149-D60658307963}"/>
              </a:ext>
            </a:extLst>
          </p:cNvPr>
          <p:cNvSpPr/>
          <p:nvPr/>
        </p:nvSpPr>
        <p:spPr>
          <a:xfrm>
            <a:off x="228600" y="6394519"/>
            <a:ext cx="7112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变量 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Isx11-Isx99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：对于坐标系 1—9，s 等于 5，x 等于坐标系号；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10—16，s等于 6，x 等于坐标系号减去 10。</a:t>
            </a:r>
          </a:p>
        </p:txBody>
      </p:sp>
    </p:spTree>
    <p:extLst>
      <p:ext uri="{BB962C8B-B14F-4D97-AF65-F5344CB8AC3E}">
        <p14:creationId xmlns:p14="http://schemas.microsoft.com/office/powerpoint/2010/main" val="175718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规划路径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559A26F-7298-44DA-9771-482282A641D5}"/>
              </a:ext>
            </a:extLst>
          </p:cNvPr>
          <p:cNvCxnSpPr/>
          <p:nvPr/>
        </p:nvCxnSpPr>
        <p:spPr>
          <a:xfrm>
            <a:off x="782515" y="3112477"/>
            <a:ext cx="33762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F5B93E8-77E0-410E-81F3-46ED32FF04B8}"/>
              </a:ext>
            </a:extLst>
          </p:cNvPr>
          <p:cNvCxnSpPr/>
          <p:nvPr/>
        </p:nvCxnSpPr>
        <p:spPr>
          <a:xfrm flipV="1">
            <a:off x="2391507" y="1424354"/>
            <a:ext cx="0" cy="3253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AB87E309-1485-4E18-906D-ADF34C6FEFFF}"/>
              </a:ext>
            </a:extLst>
          </p:cNvPr>
          <p:cNvSpPr/>
          <p:nvPr/>
        </p:nvSpPr>
        <p:spPr>
          <a:xfrm>
            <a:off x="1824403" y="1978269"/>
            <a:ext cx="1134208" cy="1134208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C8B4741-9C31-4A15-B664-825519BF9D19}"/>
              </a:ext>
            </a:extLst>
          </p:cNvPr>
          <p:cNvCxnSpPr>
            <a:cxnSpLocks/>
            <a:endCxn id="17" idx="7"/>
          </p:cNvCxnSpPr>
          <p:nvPr/>
        </p:nvCxnSpPr>
        <p:spPr>
          <a:xfrm>
            <a:off x="2634688" y="2039815"/>
            <a:ext cx="157822" cy="104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49A11861-5630-4997-ABB2-EA0DFC0B3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2977" y="2347545"/>
            <a:ext cx="4183582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34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圆弧插补例程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D4EEDCC-CD41-45F0-A3E2-AF77D5E28D04}"/>
              </a:ext>
            </a:extLst>
          </p:cNvPr>
          <p:cNvGrpSpPr/>
          <p:nvPr/>
        </p:nvGrpSpPr>
        <p:grpSpPr>
          <a:xfrm>
            <a:off x="538861" y="1375160"/>
            <a:ext cx="9103125" cy="3785925"/>
            <a:chOff x="4954157" y="912393"/>
            <a:chExt cx="5034491" cy="374500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3ED1588-4E62-4AB1-950B-85BA6D89D55C}"/>
                </a:ext>
              </a:extLst>
            </p:cNvPr>
            <p:cNvSpPr txBox="1"/>
            <p:nvPr/>
          </p:nvSpPr>
          <p:spPr>
            <a:xfrm>
              <a:off x="5049975" y="1348800"/>
              <a:ext cx="4079631" cy="3308598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numCol="2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&amp;1        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坐标系为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1*/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 /*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确认所有缓冲区被关闭*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DELETE GATHER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UNDEFINE ALL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DEL GAT//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i117=1 //#1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i116=10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i217=1 // #2 max acceleration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i216=10 //max program velocity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i5113 = 10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粗插补时间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#1-&gt;1638.4X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#2-&gt;1638.4Y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OPEN PROG 5 CLEAR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"DEL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删除收集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"DEF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定义收集缓冲区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开始采集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RAPID X 0 Y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快速回到原点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F 6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限制最大速度， 对于这程序是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6*1638.4 </a:t>
              </a:r>
              <a:r>
                <a:rPr lang="en-US" altLang="zh-CN" sz="1100" dirty="0" err="1">
                  <a:latin typeface="Times New Roman" panose="02020603050405020304" pitchFamily="18" charset="0"/>
                  <a:ea typeface="宋体" panose="02010600030101010101" pitchFamily="2" charset="-122"/>
                </a:rPr>
                <a:t>cts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每秒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NORMAL K -1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坐标系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ABS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绝对式坐标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CIRCLE1 X 0 Y 0 I 0 J 10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//CIRCLE1 X ( 10*sqrt(3)/2 ) Y 5 I ( -10*sqrt(3)/2 ) J 5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//CIRCLE1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顺时针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X ( 10*sqrt(3)/2 ) Y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是终点坐标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//I ( -10*sqrt(3)/2 ) J 5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是起点到圆心的向量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LINEAR ABS TM 100 X 0 Y 0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为保证运动的实时性，控制卡会提前“看”几步，比如下一句没有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的话，控制器会提前看到“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gat”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// 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有可能这时候电机还在走运动，但是已经提前 </a:t>
              </a:r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end gat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，导致没采完数据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DWELL 0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防止过早停止采集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CMD "END GAT" //</a:t>
              </a:r>
              <a:r>
                <a:rPr lang="zh-CN" altLang="en-US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停止收集</a:t>
              </a:r>
            </a:p>
            <a:p>
              <a:r>
                <a:rPr lang="en-US" altLang="zh-CN" sz="11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CLOSE</a:t>
              </a:r>
            </a:p>
            <a:p>
              <a:endPara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6CA7557-5F4C-401A-A9C6-313B9844EF70}"/>
                </a:ext>
              </a:extLst>
            </p:cNvPr>
            <p:cNvSpPr/>
            <p:nvPr/>
          </p:nvSpPr>
          <p:spPr>
            <a:xfrm>
              <a:off x="4954157" y="912393"/>
              <a:ext cx="5034491" cy="3366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例程：参考泰道中国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技术支持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运动程序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直线圆弧运动</a:t>
              </a: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ECB70C0B-7960-4BE6-B2ED-0A322586F50C}"/>
                </a:ext>
              </a:extLst>
            </p:cNvPr>
            <p:cNvCxnSpPr>
              <a:cxnSpLocks/>
            </p:cNvCxnSpPr>
            <p:nvPr/>
          </p:nvCxnSpPr>
          <p:spPr>
            <a:xfrm>
              <a:off x="5049975" y="1249088"/>
              <a:ext cx="377040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58906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圆弧插补数据采集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BE6A1A-7774-498E-ACB6-FC9555604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13" y="1614678"/>
            <a:ext cx="4836502" cy="514179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D7FF8B8-CB26-49D4-AD6E-01458367BC3C}"/>
              </a:ext>
            </a:extLst>
          </p:cNvPr>
          <p:cNvSpPr txBox="1"/>
          <p:nvPr/>
        </p:nvSpPr>
        <p:spPr>
          <a:xfrm>
            <a:off x="445950" y="846246"/>
            <a:ext cx="8134202" cy="787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Tools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中打开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PMAC PLOT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数据采集软件，纵坐标选择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电机位置，横坐标选择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号电机位置。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825D12C-6296-4BBC-8437-5C58000DC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75" y="2751992"/>
            <a:ext cx="3339120" cy="321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44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附录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4729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运动程序命令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7424E-F087-418F-96F3-6B2F7217BC68}"/>
              </a:ext>
            </a:extLst>
          </p:cNvPr>
          <p:cNvGrpSpPr/>
          <p:nvPr/>
        </p:nvGrpSpPr>
        <p:grpSpPr>
          <a:xfrm>
            <a:off x="257661" y="1175630"/>
            <a:ext cx="8772040" cy="5040597"/>
            <a:chOff x="340258" y="1284256"/>
            <a:chExt cx="4517856" cy="373074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D8EABF-B9C2-405E-9F55-C0A88C64D21C}"/>
                </a:ext>
              </a:extLst>
            </p:cNvPr>
            <p:cNvSpPr txBox="1"/>
            <p:nvPr/>
          </p:nvSpPr>
          <p:spPr>
            <a:xfrm>
              <a:off x="352823" y="1626321"/>
              <a:ext cx="4505291" cy="3388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{axis}{data}[{axis}{data}]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简单的运动声明，可以在线性、快速和样条模式下使用 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X1000  Y(P1)  Z(P2*P3)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{axis}{data}:{data}[{axis}{data}:{data}...]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位置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速度运动声明，只能在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PVT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模式下使用 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X5000:750 Y3500:(P3) A(P5+P6):100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{axis}{data}^{data}[{axis}{data}^{data}...]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运动直到触发，只在快速模式下使用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{axis}{data}[{axis}{data}...][{vector}{data}...]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圆弧运动声明，只在圆形插补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(CIRCLE)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模式下使用，向量是指向圆心的例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X2000 Y3000 Z1000 I500 J300 K500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{axis}{data}[{axis}{data}...] R{data} --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圆弧运动声明，只在圆形插补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(CIRCLE)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模式下使用，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值是半径大小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例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: X2000 Y3000 Z1000 R500</a:t>
              </a:r>
            </a:p>
            <a:p>
              <a:pPr>
                <a:lnSpc>
                  <a:spcPct val="150000"/>
                </a:lnSpc>
              </a:pP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DWELL{data}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零距离声明，固定时基。如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DWELL 500 //Hold position for 1/2 sec</a:t>
              </a:r>
              <a:endPara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DELAY{data}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零距离声明，变时基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endPara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HOME{constant}[,{constant}...]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让指定电机返回零位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HOMEZ{constant}[,{constant}...]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让指定电机的当前位置为零位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03BA9CE-3B07-4F47-B946-B345C9145BD4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49087-41A8-4A42-A8C2-2A5FDAAEF629}"/>
                </a:ext>
              </a:extLst>
            </p:cNvPr>
            <p:cNvSpPr/>
            <p:nvPr/>
          </p:nvSpPr>
          <p:spPr>
            <a:xfrm>
              <a:off x="340258" y="1284256"/>
              <a:ext cx="570650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运动命令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1510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运动程序命令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7424E-F087-418F-96F3-6B2F7217BC68}"/>
              </a:ext>
            </a:extLst>
          </p:cNvPr>
          <p:cNvGrpSpPr/>
          <p:nvPr/>
        </p:nvGrpSpPr>
        <p:grpSpPr>
          <a:xfrm>
            <a:off x="257661" y="1175630"/>
            <a:ext cx="8024693" cy="4394265"/>
            <a:chOff x="340258" y="1284256"/>
            <a:chExt cx="4092196" cy="325236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D8EABF-B9C2-405E-9F55-C0A88C64D21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2910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N{constant}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行标；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O{constant}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可变的行标；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GOTO{data}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跳到指定的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N-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标志的行，不返回；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GOSUB{data}[{letter}{axis}...]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跳到指定的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N-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标志的行（带参数）并返回；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IF ({condition}){action}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符合条件则执行动作；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IF ({condition})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符合条件则执行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IF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语句以下的部分；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ELSE {action} – IF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语句中，如符合前面的“假”的条件则执行动作；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ELSE –- IF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语句中，符合前面的“假”的条件时则执行动作；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ENDIF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结束条件语句的执行；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WHILE ({condition}){action}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则反复执行；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WHILE ({condition})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只要条件为真，则执行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WHILE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语句以下的部分；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ENDWHILE – 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结束循环语句的声明；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03BA9CE-3B07-4F47-B946-B345C9145BD4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49087-41A8-4A42-A8C2-2A5FDAAEF629}"/>
                </a:ext>
              </a:extLst>
            </p:cNvPr>
            <p:cNvSpPr/>
            <p:nvPr/>
          </p:nvSpPr>
          <p:spPr>
            <a:xfrm>
              <a:off x="340258" y="1284256"/>
              <a:ext cx="106651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程序逻辑控制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0080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9" y="0"/>
              <a:ext cx="1844921" cy="476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3" y="414336"/>
              <a:ext cx="2048610" cy="317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运动程序命令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16C1129-0921-4F5A-BE16-78BC3AC46D68}"/>
              </a:ext>
            </a:extLst>
          </p:cNvPr>
          <p:cNvGrpSpPr/>
          <p:nvPr/>
        </p:nvGrpSpPr>
        <p:grpSpPr>
          <a:xfrm>
            <a:off x="276154" y="4609906"/>
            <a:ext cx="6022731" cy="2062601"/>
            <a:chOff x="340258" y="1284256"/>
            <a:chExt cx="4092196" cy="1526610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28F1F69-510D-47EB-9B34-DF6CE3A4E722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18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LINEAR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混合线性插补运动模式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RAPID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最小时间点到点运动模式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快速模式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CIRCLE1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顺时针圆形插补运动模式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CIRCLE2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逆时针圆形插补运动模式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PVT{data}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位置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速度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/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时间运动模式（二次速度曲线）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SPLINE1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均匀的三次样条运动模式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SPLINE2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非均匀的三次样条运动模式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08F029B3-104A-4ABE-B5CC-EA03E0C600A0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D797CE0-3D17-4615-87B0-7FC5603BF549}"/>
                </a:ext>
              </a:extLst>
            </p:cNvPr>
            <p:cNvSpPr/>
            <p:nvPr/>
          </p:nvSpPr>
          <p:spPr>
            <a:xfrm>
              <a:off x="340258" y="1284256"/>
              <a:ext cx="106651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运动模式命令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4287424E-F087-418F-96F3-6B2F7217BC68}"/>
              </a:ext>
            </a:extLst>
          </p:cNvPr>
          <p:cNvGrpSpPr/>
          <p:nvPr/>
        </p:nvGrpSpPr>
        <p:grpSpPr>
          <a:xfrm>
            <a:off x="257661" y="1175630"/>
            <a:ext cx="6022731" cy="985383"/>
            <a:chOff x="340258" y="1284256"/>
            <a:chExt cx="4092196" cy="729320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58D8EABF-B9C2-405E-9F55-C0A88C64D21C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3872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ABS [({axis}[,{axis},...])]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让所有（或者是指定的）轴处于绝对运动模式下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INC [({axis}[,{axis},...])]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让所有（或者是指定的）轴处于增量运动模式下</a:t>
              </a:r>
              <a:endPara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C03BA9CE-3B07-4F47-B946-B345C9145BD4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C149087-41A8-4A42-A8C2-2A5FDAAEF629}"/>
                </a:ext>
              </a:extLst>
            </p:cNvPr>
            <p:cNvSpPr/>
            <p:nvPr/>
          </p:nvSpPr>
          <p:spPr>
            <a:xfrm>
              <a:off x="340258" y="1284256"/>
              <a:ext cx="909678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轴特征命令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C7FD2A-C7F3-4D02-A1FC-DE9237A1F5E3}"/>
              </a:ext>
            </a:extLst>
          </p:cNvPr>
          <p:cNvGrpSpPr/>
          <p:nvPr/>
        </p:nvGrpSpPr>
        <p:grpSpPr>
          <a:xfrm>
            <a:off x="228600" y="2862324"/>
            <a:ext cx="6022731" cy="1416270"/>
            <a:chOff x="340258" y="1284256"/>
            <a:chExt cx="4092196" cy="1048236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6DB6561-20AF-44B8-888B-50804A735C5E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706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TM{data}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指定运动时间（模态的）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F{data}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指定运动速度（模态的）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指定运动加速时间（模态的）</a:t>
              </a:r>
            </a:p>
            <a:p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TS{data} –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指定 </a:t>
              </a:r>
              <a:r>
                <a:rPr lang="en-US" altLang="zh-CN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S-</a:t>
              </a:r>
              <a:r>
                <a:rPr lang="zh-CN" altLang="en-US" sz="1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曲线加速时间（模态的）</a:t>
              </a:r>
              <a:endParaRPr lang="en-US" altLang="zh-CN" sz="12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8161B862-EA62-47F0-BE61-080E6A232AF5}"/>
                </a:ext>
              </a:extLst>
            </p:cNvPr>
            <p:cNvCxnSpPr/>
            <p:nvPr/>
          </p:nvCxnSpPr>
          <p:spPr>
            <a:xfrm>
              <a:off x="398581" y="1557613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D10E455-3B33-4434-A4BF-6F3219EC2ED4}"/>
                </a:ext>
              </a:extLst>
            </p:cNvPr>
            <p:cNvSpPr/>
            <p:nvPr/>
          </p:nvSpPr>
          <p:spPr>
            <a:xfrm>
              <a:off x="340258" y="1284256"/>
              <a:ext cx="1066519" cy="27335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运动特征命令</a:t>
              </a:r>
            </a:p>
          </p:txBody>
        </p:sp>
      </p:grpSp>
      <p:pic>
        <p:nvPicPr>
          <p:cNvPr id="29" name="图片 28">
            <a:extLst>
              <a:ext uri="{FF2B5EF4-FFF2-40B4-BE49-F238E27FC236}">
                <a16:creationId xmlns:a16="http://schemas.microsoft.com/office/drawing/2014/main" id="{EB6DD2A0-4ADF-427C-B19E-8C6E01D5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351" y="2629840"/>
            <a:ext cx="3943770" cy="234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8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9" y="0"/>
              <a:ext cx="1844921" cy="476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3" y="414336"/>
              <a:ext cx="2048610" cy="317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Times New Roman" panose="02020603050405020304" pitchFamily="18" charset="0"/>
                  <a:ea typeface="隶书" panose="02010509060101010101" pitchFamily="49" charset="-122"/>
                  <a:cs typeface="Times New Roman" panose="02020603050405020304" pitchFamily="18" charset="0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坐标系 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变量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来源</a:t>
            </a:r>
            <a:r>
              <a:rPr lang="en-US" altLang="zh-CN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SRM</a:t>
            </a:r>
            <a:r>
              <a:rPr lang="zh-CN" altLang="en-US" sz="2800" b="1" dirty="0">
                <a:solidFill>
                  <a:srgbClr val="005EB8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手册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791495-0666-464D-BF00-8907452FDBE4}"/>
              </a:ext>
            </a:extLst>
          </p:cNvPr>
          <p:cNvSpPr/>
          <p:nvPr/>
        </p:nvSpPr>
        <p:spPr>
          <a:xfrm>
            <a:off x="65907" y="6516776"/>
            <a:ext cx="90780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注意：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TS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Ixx20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Ixx21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的区别。前者作用范围为坐标系中，后者为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JOG/HOME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7CE285-B724-4590-8559-9C48DD64A7D9}"/>
              </a:ext>
            </a:extLst>
          </p:cNvPr>
          <p:cNvSpPr/>
          <p:nvPr/>
        </p:nvSpPr>
        <p:spPr>
          <a:xfrm>
            <a:off x="405466" y="1046459"/>
            <a:ext cx="71129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1—9，s 等于 5，x 等于坐标系号；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对于坐标系 10—16，s等于 6，x 等于坐标系号减去 10。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3A15358-E128-47CA-B4FD-6C5BFF575C76}"/>
              </a:ext>
            </a:extLst>
          </p:cNvPr>
          <p:cNvGrpSpPr/>
          <p:nvPr/>
        </p:nvGrpSpPr>
        <p:grpSpPr>
          <a:xfrm>
            <a:off x="405466" y="2167737"/>
            <a:ext cx="6004238" cy="1855665"/>
            <a:chOff x="343920" y="1344205"/>
            <a:chExt cx="6004238" cy="1855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B16F055-BF63-42F7-8045-FF616DF385D0}"/>
                </a:ext>
              </a:extLst>
            </p:cNvPr>
            <p:cNvSpPr/>
            <p:nvPr/>
          </p:nvSpPr>
          <p:spPr>
            <a:xfrm>
              <a:off x="411261" y="1999541"/>
              <a:ext cx="5936897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TA——Isx87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坐标系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默认程序加速时间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TS——Isx88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坐标系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默认程编程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曲线加速时间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F/TM——Isx89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坐标系 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默认率程序进给率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运动时间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A01BAD5-1EE7-4B28-BBC5-45AE15E5CD3B}"/>
                </a:ext>
              </a:extLst>
            </p:cNvPr>
            <p:cNvSpPr/>
            <p:nvPr/>
          </p:nvSpPr>
          <p:spPr>
            <a:xfrm>
              <a:off x="343920" y="1344205"/>
              <a:ext cx="51689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运动特征命令</a:t>
              </a:r>
              <a:r>
                <a:rPr lang="en-US" altLang="zh-CN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TA</a:t>
              </a:r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、</a:t>
              </a:r>
              <a:r>
                <a:rPr lang="en-US" altLang="zh-CN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TS</a:t>
              </a:r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等都有对应的坐标系</a:t>
              </a:r>
              <a:r>
                <a:rPr lang="en-US" altLang="zh-CN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I</a:t>
              </a:r>
              <a:r>
                <a:rPr lang="zh-CN" altLang="en-US" b="1" dirty="0">
                  <a:solidFill>
                    <a:srgbClr val="005EB8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变量</a:t>
              </a: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FD50D57-9E80-48C9-ABE1-40F5C45470FF}"/>
                </a:ext>
              </a:extLst>
            </p:cNvPr>
            <p:cNvCxnSpPr/>
            <p:nvPr/>
          </p:nvCxnSpPr>
          <p:spPr>
            <a:xfrm>
              <a:off x="411261" y="1837592"/>
              <a:ext cx="584699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82B7FE99-7EDB-467F-845B-25D3530EEEEA}"/>
              </a:ext>
            </a:extLst>
          </p:cNvPr>
          <p:cNvSpPr/>
          <p:nvPr/>
        </p:nvSpPr>
        <p:spPr>
          <a:xfrm>
            <a:off x="451983" y="4650555"/>
            <a:ext cx="55563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Isx86 坐标系 x 替换进给率，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Isx86=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Isx90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进给率时间单位，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Isx90=1000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Isx92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坐标系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运动混合无效，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Isx92=0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则混合有效</a:t>
            </a:r>
          </a:p>
        </p:txBody>
      </p:sp>
    </p:spTree>
    <p:extLst>
      <p:ext uri="{BB962C8B-B14F-4D97-AF65-F5344CB8AC3E}">
        <p14:creationId xmlns:p14="http://schemas.microsoft.com/office/powerpoint/2010/main" val="3625168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ED7ACFB-249F-4B30-8D42-7979800C24EF}"/>
              </a:ext>
            </a:extLst>
          </p:cNvPr>
          <p:cNvGrpSpPr/>
          <p:nvPr/>
        </p:nvGrpSpPr>
        <p:grpSpPr>
          <a:xfrm>
            <a:off x="444788" y="1389595"/>
            <a:ext cx="6752899" cy="1717857"/>
            <a:chOff x="340258" y="1284256"/>
            <a:chExt cx="4079631" cy="101585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26A63E8-E1E3-49EB-970F-76E5145606CC}"/>
                </a:ext>
              </a:extLst>
            </p:cNvPr>
            <p:cNvSpPr txBox="1"/>
            <p:nvPr/>
          </p:nvSpPr>
          <p:spPr>
            <a:xfrm>
              <a:off x="340258" y="1716939"/>
              <a:ext cx="4079631" cy="5831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速度的单位是进给轴的用户长度（或角度）单位除以坐标系统变量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Isx90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以毫秒定义的时间单位。如果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Isx90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是在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1000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的默认值时，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的单位是每秒的长度单位；如果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Isx90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设置为 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60,000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单位是每分钟的长度单位。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E5AFCF40-45E4-4009-9184-76F8EF519A0C}"/>
                </a:ext>
              </a:extLst>
            </p:cNvPr>
            <p:cNvCxnSpPr/>
            <p:nvPr/>
          </p:nvCxnSpPr>
          <p:spPr>
            <a:xfrm>
              <a:off x="396917" y="1618522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478D4E6-A6A3-40AE-BDB1-992407FCF99B}"/>
                </a:ext>
              </a:extLst>
            </p:cNvPr>
            <p:cNvSpPr/>
            <p:nvPr/>
          </p:nvSpPr>
          <p:spPr>
            <a:xfrm>
              <a:off x="340258" y="1284256"/>
              <a:ext cx="649037" cy="2184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进给率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BEE1F01-635A-49D8-A2EC-017A895EBF23}"/>
              </a:ext>
            </a:extLst>
          </p:cNvPr>
          <p:cNvGrpSpPr/>
          <p:nvPr/>
        </p:nvGrpSpPr>
        <p:grpSpPr>
          <a:xfrm>
            <a:off x="444788" y="2989323"/>
            <a:ext cx="7151767" cy="1067092"/>
            <a:chOff x="340258" y="1284256"/>
            <a:chExt cx="4320599" cy="63102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4F2DF66-A939-40B9-9477-F5A6349551BC}"/>
                </a:ext>
              </a:extLst>
            </p:cNvPr>
            <p:cNvSpPr txBox="1"/>
            <p:nvPr/>
          </p:nvSpPr>
          <p:spPr>
            <a:xfrm>
              <a:off x="340258" y="1624075"/>
              <a:ext cx="4320599" cy="291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TM 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时间的单位是毫秒。对于一个给定的移动距离，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en-US" altLang="zh-CN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TM</a:t>
              </a: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这两个值之间是倒数的关系。</a:t>
              </a:r>
            </a:p>
            <a:p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089885F-8B97-4351-8B85-8531CA4563DA}"/>
                </a:ext>
              </a:extLst>
            </p:cNvPr>
            <p:cNvCxnSpPr/>
            <p:nvPr/>
          </p:nvCxnSpPr>
          <p:spPr>
            <a:xfrm>
              <a:off x="396917" y="1566529"/>
              <a:ext cx="387670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966C19D-9B28-4F4A-B20A-0C601D04EBF6}"/>
                </a:ext>
              </a:extLst>
            </p:cNvPr>
            <p:cNvSpPr/>
            <p:nvPr/>
          </p:nvSpPr>
          <p:spPr>
            <a:xfrm>
              <a:off x="340258" y="1284256"/>
              <a:ext cx="941501" cy="21840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移动时间 </a:t>
              </a:r>
              <a:r>
                <a:rPr lang="en-US" altLang="zh-CN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TM</a:t>
              </a:r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3B619D1-AA22-4D54-AF9C-BC80C597D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5" y="4097636"/>
            <a:ext cx="7344652" cy="27982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298BB502-7D8B-4F41-9EF7-A93DCDBE0866}"/>
                  </a:ext>
                </a:extLst>
              </p14:cNvPr>
              <p14:cNvContentPartPr/>
              <p14:nvPr/>
            </p14:nvContentPartPr>
            <p14:xfrm>
              <a:off x="501480" y="2482920"/>
              <a:ext cx="6280560" cy="27878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298BB502-7D8B-4F41-9EF7-A93DCDBE08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120" y="2473560"/>
                <a:ext cx="6299280" cy="280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5216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14436" y="47119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BBC3F4-0E0E-47CF-BF61-65133FEE9114}"/>
              </a:ext>
            </a:extLst>
          </p:cNvPr>
          <p:cNvSpPr/>
          <p:nvPr/>
        </p:nvSpPr>
        <p:spPr>
          <a:xfrm>
            <a:off x="228600" y="1230726"/>
            <a:ext cx="39852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26A63E8-E1E3-49EB-970F-76E5145606CC}"/>
              </a:ext>
            </a:extLst>
          </p:cNvPr>
          <p:cNvSpPr txBox="1"/>
          <p:nvPr/>
        </p:nvSpPr>
        <p:spPr>
          <a:xfrm>
            <a:off x="301293" y="2133112"/>
            <a:ext cx="7825133" cy="1346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100msTA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时间和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20ms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时间，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TM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500ms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的时间外成一个运动，总的运动时间是多少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总运动时间为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100ms+500ms=700ms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4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如果程序表达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TS 100  TA 100  TM 100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，完成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个混合运动的总时间是多少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</a:t>
            </a:r>
            <a:endParaRPr lang="en-US" altLang="zh-CN" sz="12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1A162443-7ED0-4881-A030-E032DD3AD88F}"/>
                  </a:ext>
                </a:extLst>
              </p14:cNvPr>
              <p14:cNvContentPartPr/>
              <p14:nvPr/>
            </p14:nvContentPartPr>
            <p14:xfrm>
              <a:off x="717480" y="799920"/>
              <a:ext cx="3918240" cy="27691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1A162443-7ED0-4881-A030-E032DD3AD8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8120" y="790560"/>
                <a:ext cx="3936960" cy="278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91162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26407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对应官方资料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C42EA0D-298C-4DB4-B08D-2A7B75A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416394"/>
              </p:ext>
            </p:extLst>
          </p:nvPr>
        </p:nvGraphicFramePr>
        <p:xfrm>
          <a:off x="0" y="1085777"/>
          <a:ext cx="9143999" cy="446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854">
                  <a:extLst>
                    <a:ext uri="{9D8B030D-6E8A-4147-A177-3AD203B41FA5}">
                      <a16:colId xmlns:a16="http://schemas.microsoft.com/office/drawing/2014/main" val="3154022711"/>
                    </a:ext>
                  </a:extLst>
                </a:gridCol>
                <a:gridCol w="2566666">
                  <a:extLst>
                    <a:ext uri="{9D8B030D-6E8A-4147-A177-3AD203B41FA5}">
                      <a16:colId xmlns:a16="http://schemas.microsoft.com/office/drawing/2014/main" val="843843597"/>
                    </a:ext>
                  </a:extLst>
                </a:gridCol>
                <a:gridCol w="2621428">
                  <a:extLst>
                    <a:ext uri="{9D8B030D-6E8A-4147-A177-3AD203B41FA5}">
                      <a16:colId xmlns:a16="http://schemas.microsoft.com/office/drawing/2014/main" val="1286381686"/>
                    </a:ext>
                  </a:extLst>
                </a:gridCol>
                <a:gridCol w="817051">
                  <a:extLst>
                    <a:ext uri="{9D8B030D-6E8A-4147-A177-3AD203B41FA5}">
                      <a16:colId xmlns:a16="http://schemas.microsoft.com/office/drawing/2014/main" val="1525104641"/>
                    </a:ext>
                  </a:extLst>
                </a:gridCol>
              </a:tblGrid>
              <a:tr h="3885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PDF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标题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起始页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169899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 USER MANUAL</a:t>
                      </a:r>
                      <a:r>
                        <a:rPr lang="zh-CN" altLang="pt-B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第十六章 编写和执行运动程序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308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36758"/>
                  </a:ext>
                </a:extLst>
              </a:tr>
              <a:tr h="679916"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TURBO PMAC(PMAC2) SRM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（中文版）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运动程序命令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运动程序命令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20502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07747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19951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5579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938856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773319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594507"/>
                  </a:ext>
                </a:extLst>
              </a:tr>
              <a:tr h="388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C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08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058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1849</Words>
  <Application>Microsoft Office PowerPoint</Application>
  <PresentationFormat>全屏显示(4:3)</PresentationFormat>
  <Paragraphs>231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隶书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55</cp:revision>
  <dcterms:created xsi:type="dcterms:W3CDTF">2019-07-19T08:34:33Z</dcterms:created>
  <dcterms:modified xsi:type="dcterms:W3CDTF">2019-07-22T14:38:51Z</dcterms:modified>
</cp:coreProperties>
</file>